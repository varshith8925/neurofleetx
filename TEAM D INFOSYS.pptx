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17"/>
  </p:notesMasterIdLst>
  <p:sldIdLst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C9C4F"/>
    <a:srgbClr val="D3D579"/>
    <a:srgbClr val="D4D677"/>
    <a:srgbClr val="B5B56B"/>
    <a:srgbClr val="8D8A16"/>
    <a:srgbClr val="F07D5D"/>
    <a:srgbClr val="EF7857"/>
    <a:srgbClr val="EF7452"/>
    <a:srgbClr val="EC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75B05-BD8C-4ACA-90A4-D664EE9736B7}" v="85" dt="2026-04-10T06:05:29.954"/>
    <p1510:client id="{EF8BDC1B-92DA-4577-98BA-68CEFD2C1844}" v="1" dt="2026-04-09T12:40:07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6" autoAdjust="0"/>
    <p:restoredTop sz="94609" autoAdjust="0"/>
  </p:normalViewPr>
  <p:slideViewPr>
    <p:cSldViewPr snapToGrid="0" showGuides="1">
      <p:cViewPr varScale="1">
        <p:scale>
          <a:sx n="78" d="100"/>
          <a:sy n="78" d="100"/>
        </p:scale>
        <p:origin x="730" y="62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-650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lasani Navaroj Reddy" userId="c7935421aeab49cd" providerId="LiveId" clId="{A0A40A8F-2E81-43D5-8B6A-20EF36032321}"/>
    <pc:docChg chg="undo custSel addSld modSld">
      <pc:chgData name="Pulasani Navaroj Reddy" userId="c7935421aeab49cd" providerId="LiveId" clId="{A0A40A8F-2E81-43D5-8B6A-20EF36032321}" dt="2026-04-10T06:07:39.649" v="1019" actId="20577"/>
      <pc:docMkLst>
        <pc:docMk/>
      </pc:docMkLst>
      <pc:sldChg chg="addSp delSp modSp mod">
        <pc:chgData name="Pulasani Navaroj Reddy" userId="c7935421aeab49cd" providerId="LiveId" clId="{A0A40A8F-2E81-43D5-8B6A-20EF36032321}" dt="2026-04-10T06:07:39.649" v="1019" actId="20577"/>
        <pc:sldMkLst>
          <pc:docMk/>
          <pc:sldMk cId="911302440" sldId="316"/>
        </pc:sldMkLst>
        <pc:spChg chg="mod">
          <ac:chgData name="Pulasani Navaroj Reddy" userId="c7935421aeab49cd" providerId="LiveId" clId="{A0A40A8F-2E81-43D5-8B6A-20EF36032321}" dt="2026-04-10T06:03:30.851" v="902" actId="403"/>
          <ac:spMkLst>
            <pc:docMk/>
            <pc:sldMk cId="911302440" sldId="316"/>
            <ac:spMk id="2" creationId="{25BF4ACA-35EB-A901-C2F0-556E80233405}"/>
          </ac:spMkLst>
        </pc:spChg>
        <pc:spChg chg="mod">
          <ac:chgData name="Pulasani Navaroj Reddy" userId="c7935421aeab49cd" providerId="LiveId" clId="{A0A40A8F-2E81-43D5-8B6A-20EF36032321}" dt="2026-04-10T05:11:44.297" v="382" actId="2711"/>
          <ac:spMkLst>
            <pc:docMk/>
            <pc:sldMk cId="911302440" sldId="316"/>
            <ac:spMk id="3" creationId="{4B72D5DF-ECE3-D57F-1196-682B43580819}"/>
          </ac:spMkLst>
        </pc:spChg>
        <pc:spChg chg="add mod">
          <ac:chgData name="Pulasani Navaroj Reddy" userId="c7935421aeab49cd" providerId="LiveId" clId="{A0A40A8F-2E81-43D5-8B6A-20EF36032321}" dt="2026-04-10T06:07:39.649" v="1019" actId="20577"/>
          <ac:spMkLst>
            <pc:docMk/>
            <pc:sldMk cId="911302440" sldId="316"/>
            <ac:spMk id="4" creationId="{8947BD8A-4922-06E5-AB79-25D88F0F186B}"/>
          </ac:spMkLst>
        </pc:spChg>
        <pc:spChg chg="add mod">
          <ac:chgData name="Pulasani Navaroj Reddy" userId="c7935421aeab49cd" providerId="LiveId" clId="{A0A40A8F-2E81-43D5-8B6A-20EF36032321}" dt="2026-04-10T06:07:20.539" v="1010" actId="20577"/>
          <ac:spMkLst>
            <pc:docMk/>
            <pc:sldMk cId="911302440" sldId="316"/>
            <ac:spMk id="5" creationId="{4DD3F106-2B16-8005-B48C-FC7EC9A3E7EA}"/>
          </ac:spMkLst>
        </pc:spChg>
        <pc:spChg chg="del mod">
          <ac:chgData name="Pulasani Navaroj Reddy" userId="c7935421aeab49cd" providerId="LiveId" clId="{A0A40A8F-2E81-43D5-8B6A-20EF36032321}" dt="2026-04-10T05:08:51.039" v="287" actId="478"/>
          <ac:spMkLst>
            <pc:docMk/>
            <pc:sldMk cId="911302440" sldId="316"/>
            <ac:spMk id="17" creationId="{6AE79F7A-E46D-89C2-686C-ABBE43D4A020}"/>
          </ac:spMkLst>
        </pc:spChg>
        <pc:spChg chg="del">
          <ac:chgData name="Pulasani Navaroj Reddy" userId="c7935421aeab49cd" providerId="LiveId" clId="{A0A40A8F-2E81-43D5-8B6A-20EF36032321}" dt="2026-04-10T05:55:06.996" v="857" actId="478"/>
          <ac:spMkLst>
            <pc:docMk/>
            <pc:sldMk cId="911302440" sldId="316"/>
            <ac:spMk id="18" creationId="{29A7EA62-2515-28BE-35B0-A3B3C07D9DCB}"/>
          </ac:spMkLst>
        </pc:spChg>
      </pc:sldChg>
      <pc:sldChg chg="addSp delSp modSp mod">
        <pc:chgData name="Pulasani Navaroj Reddy" userId="c7935421aeab49cd" providerId="LiveId" clId="{A0A40A8F-2E81-43D5-8B6A-20EF36032321}" dt="2026-04-10T06:01:49.303" v="888" actId="1076"/>
        <pc:sldMkLst>
          <pc:docMk/>
          <pc:sldMk cId="3219362524" sldId="317"/>
        </pc:sldMkLst>
        <pc:spChg chg="mod">
          <ac:chgData name="Pulasani Navaroj Reddy" userId="c7935421aeab49cd" providerId="LiveId" clId="{A0A40A8F-2E81-43D5-8B6A-20EF36032321}" dt="2026-04-10T06:01:42.815" v="887" actId="1076"/>
          <ac:spMkLst>
            <pc:docMk/>
            <pc:sldMk cId="3219362524" sldId="317"/>
            <ac:spMk id="2" creationId="{D0DE53F7-9D6B-3B75-FD31-57CC685C95B3}"/>
          </ac:spMkLst>
        </pc:spChg>
        <pc:spChg chg="mod">
          <ac:chgData name="Pulasani Navaroj Reddy" userId="c7935421aeab49cd" providerId="LiveId" clId="{A0A40A8F-2E81-43D5-8B6A-20EF36032321}" dt="2026-04-10T06:01:49.303" v="888" actId="1076"/>
          <ac:spMkLst>
            <pc:docMk/>
            <pc:sldMk cId="3219362524" sldId="317"/>
            <ac:spMk id="3" creationId="{486EF544-FD59-A305-EB8F-5E1FC32E1FA7}"/>
          </ac:spMkLst>
        </pc:spChg>
        <pc:spChg chg="del">
          <ac:chgData name="Pulasani Navaroj Reddy" userId="c7935421aeab49cd" providerId="LiveId" clId="{A0A40A8F-2E81-43D5-8B6A-20EF36032321}" dt="2026-04-10T05:54:59.284" v="856" actId="478"/>
          <ac:spMkLst>
            <pc:docMk/>
            <pc:sldMk cId="3219362524" sldId="317"/>
            <ac:spMk id="4" creationId="{8F9B49D0-3FF7-FD2E-32BB-6F8127FD25EC}"/>
          </ac:spMkLst>
        </pc:spChg>
        <pc:spChg chg="del">
          <ac:chgData name="Pulasani Navaroj Reddy" userId="c7935421aeab49cd" providerId="LiveId" clId="{A0A40A8F-2E81-43D5-8B6A-20EF36032321}" dt="2026-04-10T05:54:47.193" v="853" actId="478"/>
          <ac:spMkLst>
            <pc:docMk/>
            <pc:sldMk cId="3219362524" sldId="317"/>
            <ac:spMk id="5" creationId="{42EF77B4-0290-B8D2-2CB8-9E2F26E6BAEF}"/>
          </ac:spMkLst>
        </pc:spChg>
        <pc:spChg chg="add">
          <ac:chgData name="Pulasani Navaroj Reddy" userId="c7935421aeab49cd" providerId="LiveId" clId="{A0A40A8F-2E81-43D5-8B6A-20EF36032321}" dt="2026-04-09T12:52:02.660" v="25"/>
          <ac:spMkLst>
            <pc:docMk/>
            <pc:sldMk cId="3219362524" sldId="317"/>
            <ac:spMk id="6" creationId="{A5AD329A-E321-8AC0-23A9-E80CFF52E422}"/>
          </ac:spMkLst>
        </pc:spChg>
        <pc:spChg chg="add">
          <ac:chgData name="Pulasani Navaroj Reddy" userId="c7935421aeab49cd" providerId="LiveId" clId="{A0A40A8F-2E81-43D5-8B6A-20EF36032321}" dt="2026-04-09T12:52:09.519" v="26"/>
          <ac:spMkLst>
            <pc:docMk/>
            <pc:sldMk cId="3219362524" sldId="317"/>
            <ac:spMk id="7" creationId="{FD80C0DF-8EEE-0F30-0700-BE6943ECA42E}"/>
          </ac:spMkLst>
        </pc:spChg>
        <pc:spChg chg="add">
          <ac:chgData name="Pulasani Navaroj Reddy" userId="c7935421aeab49cd" providerId="LiveId" clId="{A0A40A8F-2E81-43D5-8B6A-20EF36032321}" dt="2026-04-09T12:52:11.845" v="27"/>
          <ac:spMkLst>
            <pc:docMk/>
            <pc:sldMk cId="3219362524" sldId="317"/>
            <ac:spMk id="8" creationId="{BD1A70B2-825F-183A-B0BD-76CEFE934F0D}"/>
          </ac:spMkLst>
        </pc:spChg>
        <pc:picChg chg="add mod">
          <ac:chgData name="Pulasani Navaroj Reddy" userId="c7935421aeab49cd" providerId="LiveId" clId="{A0A40A8F-2E81-43D5-8B6A-20EF36032321}" dt="2026-04-09T12:53:35.857" v="51" actId="14100"/>
          <ac:picMkLst>
            <pc:docMk/>
            <pc:sldMk cId="3219362524" sldId="317"/>
            <ac:picMk id="10" creationId="{8CBAFC1A-2BB1-8BD9-B6C7-94C384420E07}"/>
          </ac:picMkLst>
        </pc:picChg>
      </pc:sldChg>
      <pc:sldChg chg="addSp delSp modSp new mod">
        <pc:chgData name="Pulasani Navaroj Reddy" userId="c7935421aeab49cd" providerId="LiveId" clId="{A0A40A8F-2E81-43D5-8B6A-20EF36032321}" dt="2026-04-10T06:03:52.016" v="904" actId="27636"/>
        <pc:sldMkLst>
          <pc:docMk/>
          <pc:sldMk cId="2704740967" sldId="318"/>
        </pc:sldMkLst>
        <pc:spChg chg="mod">
          <ac:chgData name="Pulasani Navaroj Reddy" userId="c7935421aeab49cd" providerId="LiveId" clId="{A0A40A8F-2E81-43D5-8B6A-20EF36032321}" dt="2026-04-10T06:03:52.016" v="904" actId="27636"/>
          <ac:spMkLst>
            <pc:docMk/>
            <pc:sldMk cId="2704740967" sldId="318"/>
            <ac:spMk id="2" creationId="{975866E0-29AC-1534-B7E6-6BE3345554D0}"/>
          </ac:spMkLst>
        </pc:spChg>
        <pc:spChg chg="mod">
          <ac:chgData name="Pulasani Navaroj Reddy" userId="c7935421aeab49cd" providerId="LiveId" clId="{A0A40A8F-2E81-43D5-8B6A-20EF36032321}" dt="2026-04-10T06:01:59.820" v="890" actId="1076"/>
          <ac:spMkLst>
            <pc:docMk/>
            <pc:sldMk cId="2704740967" sldId="318"/>
            <ac:spMk id="3" creationId="{0AB74C5F-F079-7E34-8CC8-27B4DB065678}"/>
          </ac:spMkLst>
        </pc:spChg>
        <pc:spChg chg="del">
          <ac:chgData name="Pulasani Navaroj Reddy" userId="c7935421aeab49cd" providerId="LiveId" clId="{A0A40A8F-2E81-43D5-8B6A-20EF36032321}" dt="2026-04-10T05:07:37.638" v="261" actId="478"/>
          <ac:spMkLst>
            <pc:docMk/>
            <pc:sldMk cId="2704740967" sldId="318"/>
            <ac:spMk id="4" creationId="{36305748-52CE-A5E8-A840-E75577020EF8}"/>
          </ac:spMkLst>
        </pc:spChg>
        <pc:spChg chg="del">
          <ac:chgData name="Pulasani Navaroj Reddy" userId="c7935421aeab49cd" providerId="LiveId" clId="{A0A40A8F-2E81-43D5-8B6A-20EF36032321}" dt="2026-04-10T05:54:29.342" v="848" actId="478"/>
          <ac:spMkLst>
            <pc:docMk/>
            <pc:sldMk cId="2704740967" sldId="318"/>
            <ac:spMk id="5" creationId="{084226C2-5DA3-C5B1-B53E-62DFEE57F567}"/>
          </ac:spMkLst>
        </pc:spChg>
        <pc:spChg chg="add del">
          <ac:chgData name="Pulasani Navaroj Reddy" userId="c7935421aeab49cd" providerId="LiveId" clId="{A0A40A8F-2E81-43D5-8B6A-20EF36032321}" dt="2026-04-09T12:56:09.735" v="54" actId="22"/>
          <ac:spMkLst>
            <pc:docMk/>
            <pc:sldMk cId="2704740967" sldId="318"/>
            <ac:spMk id="7" creationId="{B6D2FA97-64DC-C077-1AB6-0CB37D16AC4A}"/>
          </ac:spMkLst>
        </pc:spChg>
      </pc:sldChg>
      <pc:sldChg chg="addSp delSp modSp new mod">
        <pc:chgData name="Pulasani Navaroj Reddy" userId="c7935421aeab49cd" providerId="LiveId" clId="{A0A40A8F-2E81-43D5-8B6A-20EF36032321}" dt="2026-04-10T06:02:27.432" v="901" actId="404"/>
        <pc:sldMkLst>
          <pc:docMk/>
          <pc:sldMk cId="1739545402" sldId="319"/>
        </pc:sldMkLst>
        <pc:spChg chg="mod">
          <ac:chgData name="Pulasani Navaroj Reddy" userId="c7935421aeab49cd" providerId="LiveId" clId="{A0A40A8F-2E81-43D5-8B6A-20EF36032321}" dt="2026-04-10T06:02:27.432" v="901" actId="404"/>
          <ac:spMkLst>
            <pc:docMk/>
            <pc:sldMk cId="1739545402" sldId="319"/>
            <ac:spMk id="2" creationId="{52B9BB13-40FC-E083-9308-98F795F7BC45}"/>
          </ac:spMkLst>
        </pc:spChg>
        <pc:spChg chg="del mod">
          <ac:chgData name="Pulasani Navaroj Reddy" userId="c7935421aeab49cd" providerId="LiveId" clId="{A0A40A8F-2E81-43D5-8B6A-20EF36032321}" dt="2026-04-10T04:11:39.140" v="129" actId="478"/>
          <ac:spMkLst>
            <pc:docMk/>
            <pc:sldMk cId="1739545402" sldId="319"/>
            <ac:spMk id="3" creationId="{B9CE6DDC-0163-AA41-17D3-38DC186CDE44}"/>
          </ac:spMkLst>
        </pc:spChg>
        <pc:spChg chg="del">
          <ac:chgData name="Pulasani Navaroj Reddy" userId="c7935421aeab49cd" providerId="LiveId" clId="{A0A40A8F-2E81-43D5-8B6A-20EF36032321}" dt="2026-04-10T05:07:32.888" v="260" actId="478"/>
          <ac:spMkLst>
            <pc:docMk/>
            <pc:sldMk cId="1739545402" sldId="319"/>
            <ac:spMk id="4" creationId="{2A788989-A231-D5D5-8BCC-4B6DC56E747D}"/>
          </ac:spMkLst>
        </pc:spChg>
        <pc:spChg chg="del">
          <ac:chgData name="Pulasani Navaroj Reddy" userId="c7935421aeab49cd" providerId="LiveId" clId="{A0A40A8F-2E81-43D5-8B6A-20EF36032321}" dt="2026-04-10T05:54:24.322" v="847" actId="478"/>
          <ac:spMkLst>
            <pc:docMk/>
            <pc:sldMk cId="1739545402" sldId="319"/>
            <ac:spMk id="5" creationId="{BF74E2BB-64D5-A9D2-F7E9-F4EFF4E2432A}"/>
          </ac:spMkLst>
        </pc:spChg>
        <pc:spChg chg="add">
          <ac:chgData name="Pulasani Navaroj Reddy" userId="c7935421aeab49cd" providerId="LiveId" clId="{A0A40A8F-2E81-43D5-8B6A-20EF36032321}" dt="2026-04-09T13:16:24.057" v="63"/>
          <ac:spMkLst>
            <pc:docMk/>
            <pc:sldMk cId="1739545402" sldId="319"/>
            <ac:spMk id="6" creationId="{36B3FE60-5224-A779-484E-0E57BE5B7C6A}"/>
          </ac:spMkLst>
        </pc:spChg>
        <pc:spChg chg="add">
          <ac:chgData name="Pulasani Navaroj Reddy" userId="c7935421aeab49cd" providerId="LiveId" clId="{A0A40A8F-2E81-43D5-8B6A-20EF36032321}" dt="2026-04-10T04:10:54.349" v="118"/>
          <ac:spMkLst>
            <pc:docMk/>
            <pc:sldMk cId="1739545402" sldId="319"/>
            <ac:spMk id="9" creationId="{DE92A1CB-9144-AE7D-F139-FB974DC7F353}"/>
          </ac:spMkLst>
        </pc:spChg>
        <pc:picChg chg="add del mod">
          <ac:chgData name="Pulasani Navaroj Reddy" userId="c7935421aeab49cd" providerId="LiveId" clId="{A0A40A8F-2E81-43D5-8B6A-20EF36032321}" dt="2026-04-10T04:11:01.728" v="121" actId="478"/>
          <ac:picMkLst>
            <pc:docMk/>
            <pc:sldMk cId="1739545402" sldId="319"/>
            <ac:picMk id="8" creationId="{17C1E7B8-E059-48FC-9630-EE94E1F472B9}"/>
          </ac:picMkLst>
        </pc:picChg>
        <pc:picChg chg="add mod modCrop">
          <ac:chgData name="Pulasani Navaroj Reddy" userId="c7935421aeab49cd" providerId="LiveId" clId="{A0A40A8F-2E81-43D5-8B6A-20EF36032321}" dt="2026-04-10T04:11:57.637" v="130" actId="732"/>
          <ac:picMkLst>
            <pc:docMk/>
            <pc:sldMk cId="1739545402" sldId="319"/>
            <ac:picMk id="11" creationId="{6FA2B25B-002F-0374-8ADB-E2E55CDE8D02}"/>
          </ac:picMkLst>
        </pc:picChg>
        <pc:picChg chg="add mod">
          <ac:chgData name="Pulasani Navaroj Reddy" userId="c7935421aeab49cd" providerId="LiveId" clId="{A0A40A8F-2E81-43D5-8B6A-20EF36032321}" dt="2026-04-10T04:12:25.788" v="133" actId="14100"/>
          <ac:picMkLst>
            <pc:docMk/>
            <pc:sldMk cId="1739545402" sldId="319"/>
            <ac:picMk id="13" creationId="{CF630A6F-D92B-E5A5-6C8F-C5893B1B3ADF}"/>
          </ac:picMkLst>
        </pc:picChg>
      </pc:sldChg>
      <pc:sldChg chg="addSp delSp modSp add mod">
        <pc:chgData name="Pulasani Navaroj Reddy" userId="c7935421aeab49cd" providerId="LiveId" clId="{A0A40A8F-2E81-43D5-8B6A-20EF36032321}" dt="2026-04-10T06:04:03.137" v="905" actId="113"/>
        <pc:sldMkLst>
          <pc:docMk/>
          <pc:sldMk cId="2674438973" sldId="320"/>
        </pc:sldMkLst>
        <pc:spChg chg="mod">
          <ac:chgData name="Pulasani Navaroj Reddy" userId="c7935421aeab49cd" providerId="LiveId" clId="{A0A40A8F-2E81-43D5-8B6A-20EF36032321}" dt="2026-04-10T06:04:03.137" v="905" actId="113"/>
          <ac:spMkLst>
            <pc:docMk/>
            <pc:sldMk cId="2674438973" sldId="320"/>
            <ac:spMk id="2" creationId="{78E0A55F-BCFA-9BBA-58BC-BDE025B2FC96}"/>
          </ac:spMkLst>
        </pc:spChg>
        <pc:spChg chg="mod">
          <ac:chgData name="Pulasani Navaroj Reddy" userId="c7935421aeab49cd" providerId="LiveId" clId="{A0A40A8F-2E81-43D5-8B6A-20EF36032321}" dt="2026-04-10T05:58:15.654" v="865" actId="1076"/>
          <ac:spMkLst>
            <pc:docMk/>
            <pc:sldMk cId="2674438973" sldId="320"/>
            <ac:spMk id="3" creationId="{EC9B4CC3-B61B-E9F1-7A25-707208325B0D}"/>
          </ac:spMkLst>
        </pc:spChg>
        <pc:spChg chg="del">
          <ac:chgData name="Pulasani Navaroj Reddy" userId="c7935421aeab49cd" providerId="LiveId" clId="{A0A40A8F-2E81-43D5-8B6A-20EF36032321}" dt="2026-04-10T05:58:21.580" v="867" actId="478"/>
          <ac:spMkLst>
            <pc:docMk/>
            <pc:sldMk cId="2674438973" sldId="320"/>
            <ac:spMk id="4" creationId="{2F699E4A-4745-2623-3A3C-5EC0626AC114}"/>
          </ac:spMkLst>
        </pc:spChg>
        <pc:spChg chg="del">
          <ac:chgData name="Pulasani Navaroj Reddy" userId="c7935421aeab49cd" providerId="LiveId" clId="{A0A40A8F-2E81-43D5-8B6A-20EF36032321}" dt="2026-04-10T05:54:18.133" v="846" actId="478"/>
          <ac:spMkLst>
            <pc:docMk/>
            <pc:sldMk cId="2674438973" sldId="320"/>
            <ac:spMk id="5" creationId="{1C7D76EA-9D5F-119A-7AA6-6F79B6F5314A}"/>
          </ac:spMkLst>
        </pc:spChg>
        <pc:spChg chg="add">
          <ac:chgData name="Pulasani Navaroj Reddy" userId="c7935421aeab49cd" providerId="LiveId" clId="{A0A40A8F-2E81-43D5-8B6A-20EF36032321}" dt="2026-04-10T05:57:53.897" v="858"/>
          <ac:spMkLst>
            <pc:docMk/>
            <pc:sldMk cId="2674438973" sldId="320"/>
            <ac:spMk id="6" creationId="{8A02B4E0-2757-2899-20E9-695FB638684F}"/>
          </ac:spMkLst>
        </pc:spChg>
        <pc:spChg chg="add">
          <ac:chgData name="Pulasani Navaroj Reddy" userId="c7935421aeab49cd" providerId="LiveId" clId="{A0A40A8F-2E81-43D5-8B6A-20EF36032321}" dt="2026-04-10T05:58:53.955" v="869"/>
          <ac:spMkLst>
            <pc:docMk/>
            <pc:sldMk cId="2674438973" sldId="320"/>
            <ac:spMk id="9" creationId="{67C495F6-8820-B8C8-7900-0E3B7C51B81F}"/>
          </ac:spMkLst>
        </pc:spChg>
        <pc:picChg chg="add mod">
          <ac:chgData name="Pulasani Navaroj Reddy" userId="c7935421aeab49cd" providerId="LiveId" clId="{A0A40A8F-2E81-43D5-8B6A-20EF36032321}" dt="2026-04-10T05:59:06.899" v="873" actId="1076"/>
          <ac:picMkLst>
            <pc:docMk/>
            <pc:sldMk cId="2674438973" sldId="320"/>
            <ac:picMk id="8" creationId="{2F78D7E1-5C5F-666C-15DD-1AFCC89C2B81}"/>
          </ac:picMkLst>
        </pc:picChg>
        <pc:picChg chg="add mod">
          <ac:chgData name="Pulasani Navaroj Reddy" userId="c7935421aeab49cd" providerId="LiveId" clId="{A0A40A8F-2E81-43D5-8B6A-20EF36032321}" dt="2026-04-10T05:59:11.971" v="874" actId="14100"/>
          <ac:picMkLst>
            <pc:docMk/>
            <pc:sldMk cId="2674438973" sldId="320"/>
            <ac:picMk id="11" creationId="{05CD969D-414E-D134-C213-19FABBD57F13}"/>
          </ac:picMkLst>
        </pc:picChg>
      </pc:sldChg>
      <pc:sldChg chg="addSp delSp modSp new mod">
        <pc:chgData name="Pulasani Navaroj Reddy" userId="c7935421aeab49cd" providerId="LiveId" clId="{A0A40A8F-2E81-43D5-8B6A-20EF36032321}" dt="2026-04-10T06:04:07.692" v="906" actId="113"/>
        <pc:sldMkLst>
          <pc:docMk/>
          <pc:sldMk cId="1762947580" sldId="321"/>
        </pc:sldMkLst>
        <pc:spChg chg="mod">
          <ac:chgData name="Pulasani Navaroj Reddy" userId="c7935421aeab49cd" providerId="LiveId" clId="{A0A40A8F-2E81-43D5-8B6A-20EF36032321}" dt="2026-04-10T06:04:07.692" v="906" actId="113"/>
          <ac:spMkLst>
            <pc:docMk/>
            <pc:sldMk cId="1762947580" sldId="321"/>
            <ac:spMk id="2" creationId="{60BE8B0C-CD10-C65E-882A-CD1611475592}"/>
          </ac:spMkLst>
        </pc:spChg>
        <pc:spChg chg="add del">
          <ac:chgData name="Pulasani Navaroj Reddy" userId="c7935421aeab49cd" providerId="LiveId" clId="{A0A40A8F-2E81-43D5-8B6A-20EF36032321}" dt="2026-04-10T05:00:10.382" v="164" actId="22"/>
          <ac:spMkLst>
            <pc:docMk/>
            <pc:sldMk cId="1762947580" sldId="321"/>
            <ac:spMk id="3" creationId="{7A612826-8791-4F28-9358-484F38A59526}"/>
          </ac:spMkLst>
        </pc:spChg>
        <pc:spChg chg="del">
          <ac:chgData name="Pulasani Navaroj Reddy" userId="c7935421aeab49cd" providerId="LiveId" clId="{A0A40A8F-2E81-43D5-8B6A-20EF36032321}" dt="2026-04-10T05:00:14.805" v="165" actId="478"/>
          <ac:spMkLst>
            <pc:docMk/>
            <pc:sldMk cId="1762947580" sldId="321"/>
            <ac:spMk id="4" creationId="{FE66D870-7CDA-05C5-6719-D55FA178B8CA}"/>
          </ac:spMkLst>
        </pc:spChg>
        <pc:spChg chg="del">
          <ac:chgData name="Pulasani Navaroj Reddy" userId="c7935421aeab49cd" providerId="LiveId" clId="{A0A40A8F-2E81-43D5-8B6A-20EF36032321}" dt="2026-04-10T05:54:11.906" v="845" actId="478"/>
          <ac:spMkLst>
            <pc:docMk/>
            <pc:sldMk cId="1762947580" sldId="321"/>
            <ac:spMk id="5" creationId="{922B6D1E-671C-24DF-D11E-4F030A8428A3}"/>
          </ac:spMkLst>
        </pc:spChg>
        <pc:spChg chg="add mod">
          <ac:chgData name="Pulasani Navaroj Reddy" userId="c7935421aeab49cd" providerId="LiveId" clId="{A0A40A8F-2E81-43D5-8B6A-20EF36032321}" dt="2026-04-10T05:00:10.355" v="163"/>
          <ac:spMkLst>
            <pc:docMk/>
            <pc:sldMk cId="1762947580" sldId="321"/>
            <ac:spMk id="6" creationId="{CC99E346-63AB-BAF4-7ED4-CE5BF76B610B}"/>
          </ac:spMkLst>
        </pc:spChg>
        <pc:spChg chg="add mod">
          <ac:chgData name="Pulasani Navaroj Reddy" userId="c7935421aeab49cd" providerId="LiveId" clId="{A0A40A8F-2E81-43D5-8B6A-20EF36032321}" dt="2026-04-10T05:03:26.287" v="197" actId="12"/>
          <ac:spMkLst>
            <pc:docMk/>
            <pc:sldMk cId="1762947580" sldId="321"/>
            <ac:spMk id="10" creationId="{7CD5FE73-76CB-46C6-633D-26C927FF47D1}"/>
          </ac:spMkLst>
        </pc:spChg>
        <pc:spChg chg="add mod">
          <ac:chgData name="Pulasani Navaroj Reddy" userId="c7935421aeab49cd" providerId="LiveId" clId="{A0A40A8F-2E81-43D5-8B6A-20EF36032321}" dt="2026-04-10T05:04:34.656" v="214" actId="1076"/>
          <ac:spMkLst>
            <pc:docMk/>
            <pc:sldMk cId="1762947580" sldId="321"/>
            <ac:spMk id="12" creationId="{0F01A903-C6CE-6ABE-1BDE-AA3CA3193082}"/>
          </ac:spMkLst>
        </pc:spChg>
        <pc:spChg chg="add mod">
          <ac:chgData name="Pulasani Navaroj Reddy" userId="c7935421aeab49cd" providerId="LiveId" clId="{A0A40A8F-2E81-43D5-8B6A-20EF36032321}" dt="2026-04-10T05:06:32.339" v="226" actId="1076"/>
          <ac:spMkLst>
            <pc:docMk/>
            <pc:sldMk cId="1762947580" sldId="321"/>
            <ac:spMk id="14" creationId="{5B9A5E28-8D0A-2321-283D-EF4EB16923B4}"/>
          </ac:spMkLst>
        </pc:spChg>
        <pc:spChg chg="add">
          <ac:chgData name="Pulasani Navaroj Reddy" userId="c7935421aeab49cd" providerId="LiveId" clId="{A0A40A8F-2E81-43D5-8B6A-20EF36032321}" dt="2026-04-10T05:59:42.612" v="875"/>
          <ac:spMkLst>
            <pc:docMk/>
            <pc:sldMk cId="1762947580" sldId="321"/>
            <ac:spMk id="15" creationId="{C7B24A00-DC04-C54C-CFDC-E86CB6D1C174}"/>
          </ac:spMkLst>
        </pc:spChg>
        <pc:picChg chg="add mod ord modCrop">
          <ac:chgData name="Pulasani Navaroj Reddy" userId="c7935421aeab49cd" providerId="LiveId" clId="{A0A40A8F-2E81-43D5-8B6A-20EF36032321}" dt="2026-04-10T06:00:06.598" v="883" actId="1076"/>
          <ac:picMkLst>
            <pc:docMk/>
            <pc:sldMk cId="1762947580" sldId="321"/>
            <ac:picMk id="8" creationId="{1A6D923A-83A8-A4FF-99D9-46E2A8A64567}"/>
          </ac:picMkLst>
        </pc:picChg>
        <pc:picChg chg="add mod">
          <ac:chgData name="Pulasani Navaroj Reddy" userId="c7935421aeab49cd" providerId="LiveId" clId="{A0A40A8F-2E81-43D5-8B6A-20EF36032321}" dt="2026-04-10T06:00:03.926" v="882" actId="1076"/>
          <ac:picMkLst>
            <pc:docMk/>
            <pc:sldMk cId="1762947580" sldId="321"/>
            <ac:picMk id="17" creationId="{936ACCD3-81BA-DF2C-EEA6-0DCAF6D35D0F}"/>
          </ac:picMkLst>
        </pc:picChg>
      </pc:sldChg>
      <pc:sldChg chg="addSp delSp modSp new mod">
        <pc:chgData name="Pulasani Navaroj Reddy" userId="c7935421aeab49cd" providerId="LiveId" clId="{A0A40A8F-2E81-43D5-8B6A-20EF36032321}" dt="2026-04-10T05:54:07.813" v="844" actId="478"/>
        <pc:sldMkLst>
          <pc:docMk/>
          <pc:sldMk cId="539366717" sldId="322"/>
        </pc:sldMkLst>
        <pc:spChg chg="del">
          <ac:chgData name="Pulasani Navaroj Reddy" userId="c7935421aeab49cd" providerId="LiveId" clId="{A0A40A8F-2E81-43D5-8B6A-20EF36032321}" dt="2026-04-10T05:17:53.897" v="433" actId="478"/>
          <ac:spMkLst>
            <pc:docMk/>
            <pc:sldMk cId="539366717" sldId="322"/>
            <ac:spMk id="2" creationId="{532C79FA-2F28-FD26-1FA6-CCC92CE2E981}"/>
          </ac:spMkLst>
        </pc:spChg>
        <pc:spChg chg="del">
          <ac:chgData name="Pulasani Navaroj Reddy" userId="c7935421aeab49cd" providerId="LiveId" clId="{A0A40A8F-2E81-43D5-8B6A-20EF36032321}" dt="2026-04-10T05:14:57.097" v="394" actId="3680"/>
          <ac:spMkLst>
            <pc:docMk/>
            <pc:sldMk cId="539366717" sldId="322"/>
            <ac:spMk id="3" creationId="{98BD85F2-DD67-3367-EEEE-C0AE26D54161}"/>
          </ac:spMkLst>
        </pc:spChg>
        <pc:spChg chg="del">
          <ac:chgData name="Pulasani Navaroj Reddy" userId="c7935421aeab49cd" providerId="LiveId" clId="{A0A40A8F-2E81-43D5-8B6A-20EF36032321}" dt="2026-04-10T05:18:17.781" v="437" actId="478"/>
          <ac:spMkLst>
            <pc:docMk/>
            <pc:sldMk cId="539366717" sldId="322"/>
            <ac:spMk id="4" creationId="{8125E7EC-7E94-C8B6-4DB9-E5CF8CDE2F3C}"/>
          </ac:spMkLst>
        </pc:spChg>
        <pc:spChg chg="del">
          <ac:chgData name="Pulasani Navaroj Reddy" userId="c7935421aeab49cd" providerId="LiveId" clId="{A0A40A8F-2E81-43D5-8B6A-20EF36032321}" dt="2026-04-10T05:54:07.813" v="844" actId="478"/>
          <ac:spMkLst>
            <pc:docMk/>
            <pc:sldMk cId="539366717" sldId="322"/>
            <ac:spMk id="5" creationId="{3DACC5EA-9546-BF3E-3191-4C96756D6297}"/>
          </ac:spMkLst>
        </pc:spChg>
        <pc:spChg chg="add del mod">
          <ac:chgData name="Pulasani Navaroj Reddy" userId="c7935421aeab49cd" providerId="LiveId" clId="{A0A40A8F-2E81-43D5-8B6A-20EF36032321}" dt="2026-04-10T05:17:34.741" v="428" actId="478"/>
          <ac:spMkLst>
            <pc:docMk/>
            <pc:sldMk cId="539366717" sldId="322"/>
            <ac:spMk id="6" creationId="{727C21D1-16F2-C0CD-75A6-F3EAC71BD426}"/>
          </ac:spMkLst>
        </pc:spChg>
        <pc:spChg chg="add mod">
          <ac:chgData name="Pulasani Navaroj Reddy" userId="c7935421aeab49cd" providerId="LiveId" clId="{A0A40A8F-2E81-43D5-8B6A-20EF36032321}" dt="2026-04-10T05:20:09.030" v="478" actId="1076"/>
          <ac:spMkLst>
            <pc:docMk/>
            <pc:sldMk cId="539366717" sldId="322"/>
            <ac:spMk id="8" creationId="{E43F3179-4A95-4E39-AD52-400C13EFD187}"/>
          </ac:spMkLst>
        </pc:spChg>
        <pc:graphicFrameChg chg="add mod ord modGraphic">
          <ac:chgData name="Pulasani Navaroj Reddy" userId="c7935421aeab49cd" providerId="LiveId" clId="{A0A40A8F-2E81-43D5-8B6A-20EF36032321}" dt="2026-04-10T05:19:30.890" v="447" actId="403"/>
          <ac:graphicFrameMkLst>
            <pc:docMk/>
            <pc:sldMk cId="539366717" sldId="322"/>
            <ac:graphicFrameMk id="7" creationId="{89F9C3DF-33EC-5B13-395E-DD90A74E97E3}"/>
          </ac:graphicFrameMkLst>
        </pc:graphicFrameChg>
      </pc:sldChg>
      <pc:sldChg chg="addSp delSp modSp new mod">
        <pc:chgData name="Pulasani Navaroj Reddy" userId="c7935421aeab49cd" providerId="LiveId" clId="{A0A40A8F-2E81-43D5-8B6A-20EF36032321}" dt="2026-04-10T06:00:48.026" v="885" actId="113"/>
        <pc:sldMkLst>
          <pc:docMk/>
          <pc:sldMk cId="3393631482" sldId="323"/>
        </pc:sldMkLst>
        <pc:spChg chg="del">
          <ac:chgData name="Pulasani Navaroj Reddy" userId="c7935421aeab49cd" providerId="LiveId" clId="{A0A40A8F-2E81-43D5-8B6A-20EF36032321}" dt="2026-04-10T05:22:04.030" v="483" actId="478"/>
          <ac:spMkLst>
            <pc:docMk/>
            <pc:sldMk cId="3393631482" sldId="323"/>
            <ac:spMk id="2" creationId="{AE464A17-E728-52F0-E094-F88BBE765A67}"/>
          </ac:spMkLst>
        </pc:spChg>
        <pc:spChg chg="del">
          <ac:chgData name="Pulasani Navaroj Reddy" userId="c7935421aeab49cd" providerId="LiveId" clId="{A0A40A8F-2E81-43D5-8B6A-20EF36032321}" dt="2026-04-10T05:22:01.532" v="482" actId="478"/>
          <ac:spMkLst>
            <pc:docMk/>
            <pc:sldMk cId="3393631482" sldId="323"/>
            <ac:spMk id="3" creationId="{515FB267-012C-16E6-FAAA-8540AC395592}"/>
          </ac:spMkLst>
        </pc:spChg>
        <pc:spChg chg="del">
          <ac:chgData name="Pulasani Navaroj Reddy" userId="c7935421aeab49cd" providerId="LiveId" clId="{A0A40A8F-2E81-43D5-8B6A-20EF36032321}" dt="2026-04-10T05:27:03.184" v="505" actId="478"/>
          <ac:spMkLst>
            <pc:docMk/>
            <pc:sldMk cId="3393631482" sldId="323"/>
            <ac:spMk id="4" creationId="{FCA5DF36-A0A9-44A0-655D-16082F2B03F9}"/>
          </ac:spMkLst>
        </pc:spChg>
        <pc:spChg chg="del">
          <ac:chgData name="Pulasani Navaroj Reddy" userId="c7935421aeab49cd" providerId="LiveId" clId="{A0A40A8F-2E81-43D5-8B6A-20EF36032321}" dt="2026-04-10T05:54:03.289" v="843" actId="478"/>
          <ac:spMkLst>
            <pc:docMk/>
            <pc:sldMk cId="3393631482" sldId="323"/>
            <ac:spMk id="5" creationId="{E3CC5D37-880E-2765-2CC7-45162CD41F9C}"/>
          </ac:spMkLst>
        </pc:spChg>
        <pc:spChg chg="add del mod">
          <ac:chgData name="Pulasani Navaroj Reddy" userId="c7935421aeab49cd" providerId="LiveId" clId="{A0A40A8F-2E81-43D5-8B6A-20EF36032321}" dt="2026-04-10T05:54:00.733" v="842" actId="478"/>
          <ac:spMkLst>
            <pc:docMk/>
            <pc:sldMk cId="3393631482" sldId="323"/>
            <ac:spMk id="7" creationId="{09B9118D-F814-C6E1-8CA9-6ADB3AEDDF80}"/>
          </ac:spMkLst>
        </pc:spChg>
        <pc:spChg chg="add mod">
          <ac:chgData name="Pulasani Navaroj Reddy" userId="c7935421aeab49cd" providerId="LiveId" clId="{A0A40A8F-2E81-43D5-8B6A-20EF36032321}" dt="2026-04-10T06:00:48.026" v="885" actId="113"/>
          <ac:spMkLst>
            <pc:docMk/>
            <pc:sldMk cId="3393631482" sldId="323"/>
            <ac:spMk id="8" creationId="{B4FC7247-89CD-6AD6-9B41-E1050E720D5C}"/>
          </ac:spMkLst>
        </pc:spChg>
      </pc:sldChg>
      <pc:sldChg chg="addSp delSp modSp new mod">
        <pc:chgData name="Pulasani Navaroj Reddy" userId="c7935421aeab49cd" providerId="LiveId" clId="{A0A40A8F-2E81-43D5-8B6A-20EF36032321}" dt="2026-04-10T06:04:33.827" v="909" actId="1076"/>
        <pc:sldMkLst>
          <pc:docMk/>
          <pc:sldMk cId="3796035754" sldId="324"/>
        </pc:sldMkLst>
        <pc:spChg chg="del">
          <ac:chgData name="Pulasani Navaroj Reddy" userId="c7935421aeab49cd" providerId="LiveId" clId="{A0A40A8F-2E81-43D5-8B6A-20EF36032321}" dt="2026-04-10T05:30:30.410" v="555" actId="478"/>
          <ac:spMkLst>
            <pc:docMk/>
            <pc:sldMk cId="3796035754" sldId="324"/>
            <ac:spMk id="2" creationId="{55E5C438-9C28-1AC6-CF33-EA090B0E0EE1}"/>
          </ac:spMkLst>
        </pc:spChg>
        <pc:spChg chg="del">
          <ac:chgData name="Pulasani Navaroj Reddy" userId="c7935421aeab49cd" providerId="LiveId" clId="{A0A40A8F-2E81-43D5-8B6A-20EF36032321}" dt="2026-04-10T05:30:32.963" v="556" actId="478"/>
          <ac:spMkLst>
            <pc:docMk/>
            <pc:sldMk cId="3796035754" sldId="324"/>
            <ac:spMk id="3" creationId="{947A8E2F-BDE9-B01F-39E7-2B815DFEFA26}"/>
          </ac:spMkLst>
        </pc:spChg>
        <pc:spChg chg="del">
          <ac:chgData name="Pulasani Navaroj Reddy" userId="c7935421aeab49cd" providerId="LiveId" clId="{A0A40A8F-2E81-43D5-8B6A-20EF36032321}" dt="2026-04-10T05:31:22.758" v="574" actId="478"/>
          <ac:spMkLst>
            <pc:docMk/>
            <pc:sldMk cId="3796035754" sldId="324"/>
            <ac:spMk id="4" creationId="{189AC612-4B9A-394C-7964-C227C21FCBEF}"/>
          </ac:spMkLst>
        </pc:spChg>
        <pc:spChg chg="del">
          <ac:chgData name="Pulasani Navaroj Reddy" userId="c7935421aeab49cd" providerId="LiveId" clId="{A0A40A8F-2E81-43D5-8B6A-20EF36032321}" dt="2026-04-10T05:33:20.325" v="595" actId="478"/>
          <ac:spMkLst>
            <pc:docMk/>
            <pc:sldMk cId="3796035754" sldId="324"/>
            <ac:spMk id="5" creationId="{B3C80173-7016-2AE0-34EF-E5F48583C7E1}"/>
          </ac:spMkLst>
        </pc:spChg>
        <pc:spChg chg="add mod">
          <ac:chgData name="Pulasani Navaroj Reddy" userId="c7935421aeab49cd" providerId="LiveId" clId="{A0A40A8F-2E81-43D5-8B6A-20EF36032321}" dt="2026-04-10T06:04:33.827" v="909" actId="1076"/>
          <ac:spMkLst>
            <pc:docMk/>
            <pc:sldMk cId="3796035754" sldId="324"/>
            <ac:spMk id="7" creationId="{1BA47BC9-3BC3-DD8D-BDAE-FC1A0E043AB5}"/>
          </ac:spMkLst>
        </pc:spChg>
        <pc:spChg chg="add">
          <ac:chgData name="Pulasani Navaroj Reddy" userId="c7935421aeab49cd" providerId="LiveId" clId="{A0A40A8F-2E81-43D5-8B6A-20EF36032321}" dt="2026-04-10T05:31:56.506" v="575"/>
          <ac:spMkLst>
            <pc:docMk/>
            <pc:sldMk cId="3796035754" sldId="324"/>
            <ac:spMk id="8" creationId="{6F3860AC-6102-9424-C890-52A2C9A18427}"/>
          </ac:spMkLst>
        </pc:spChg>
        <pc:spChg chg="add">
          <ac:chgData name="Pulasani Navaroj Reddy" userId="c7935421aeab49cd" providerId="LiveId" clId="{A0A40A8F-2E81-43D5-8B6A-20EF36032321}" dt="2026-04-10T05:32:44.831" v="586"/>
          <ac:spMkLst>
            <pc:docMk/>
            <pc:sldMk cId="3796035754" sldId="324"/>
            <ac:spMk id="11" creationId="{633A07B3-29F7-6037-A249-E7F8139DFDCD}"/>
          </ac:spMkLst>
        </pc:spChg>
        <pc:spChg chg="add">
          <ac:chgData name="Pulasani Navaroj Reddy" userId="c7935421aeab49cd" providerId="LiveId" clId="{A0A40A8F-2E81-43D5-8B6A-20EF36032321}" dt="2026-04-10T05:33:07.259" v="590"/>
          <ac:spMkLst>
            <pc:docMk/>
            <pc:sldMk cId="3796035754" sldId="324"/>
            <ac:spMk id="14" creationId="{05DE123A-FD4D-6569-F932-0F48E50CACA6}"/>
          </ac:spMkLst>
        </pc:spChg>
        <pc:spChg chg="add mod">
          <ac:chgData name="Pulasani Navaroj Reddy" userId="c7935421aeab49cd" providerId="LiveId" clId="{A0A40A8F-2E81-43D5-8B6A-20EF36032321}" dt="2026-04-10T06:04:26.934" v="908" actId="14100"/>
          <ac:spMkLst>
            <pc:docMk/>
            <pc:sldMk cId="3796035754" sldId="324"/>
            <ac:spMk id="17" creationId="{C9366417-3E2F-14CF-40D0-C3E7C5D67487}"/>
          </ac:spMkLst>
        </pc:spChg>
        <pc:picChg chg="add del mod">
          <ac:chgData name="Pulasani Navaroj Reddy" userId="c7935421aeab49cd" providerId="LiveId" clId="{A0A40A8F-2E81-43D5-8B6A-20EF36032321}" dt="2026-04-10T05:32:44.161" v="585" actId="478"/>
          <ac:picMkLst>
            <pc:docMk/>
            <pc:sldMk cId="3796035754" sldId="324"/>
            <ac:picMk id="10" creationId="{2D7C24F8-91E9-72AD-8C1E-B3C7DF46E7A4}"/>
          </ac:picMkLst>
        </pc:picChg>
        <pc:picChg chg="add mod">
          <ac:chgData name="Pulasani Navaroj Reddy" userId="c7935421aeab49cd" providerId="LiveId" clId="{A0A40A8F-2E81-43D5-8B6A-20EF36032321}" dt="2026-04-10T05:33:27.541" v="598" actId="1076"/>
          <ac:picMkLst>
            <pc:docMk/>
            <pc:sldMk cId="3796035754" sldId="324"/>
            <ac:picMk id="13" creationId="{4222B054-B7DE-5830-83C9-F935890B066E}"/>
          </ac:picMkLst>
        </pc:picChg>
        <pc:picChg chg="add mod">
          <ac:chgData name="Pulasani Navaroj Reddy" userId="c7935421aeab49cd" providerId="LiveId" clId="{A0A40A8F-2E81-43D5-8B6A-20EF36032321}" dt="2026-04-10T05:33:41.079" v="602" actId="1076"/>
          <ac:picMkLst>
            <pc:docMk/>
            <pc:sldMk cId="3796035754" sldId="324"/>
            <ac:picMk id="16" creationId="{F7EDDF80-0609-D291-957C-F52295F44264}"/>
          </ac:picMkLst>
        </pc:picChg>
      </pc:sldChg>
      <pc:sldChg chg="addSp delSp modSp new mod">
        <pc:chgData name="Pulasani Navaroj Reddy" userId="c7935421aeab49cd" providerId="LiveId" clId="{A0A40A8F-2E81-43D5-8B6A-20EF36032321}" dt="2026-04-10T06:04:42.671" v="910" actId="113"/>
        <pc:sldMkLst>
          <pc:docMk/>
          <pc:sldMk cId="3234340613" sldId="325"/>
        </pc:sldMkLst>
        <pc:spChg chg="del">
          <ac:chgData name="Pulasani Navaroj Reddy" userId="c7935421aeab49cd" providerId="LiveId" clId="{A0A40A8F-2E81-43D5-8B6A-20EF36032321}" dt="2026-04-10T05:37:11.130" v="654" actId="478"/>
          <ac:spMkLst>
            <pc:docMk/>
            <pc:sldMk cId="3234340613" sldId="325"/>
            <ac:spMk id="2" creationId="{EF0414AD-51F6-DCBD-2E62-A48B50AD9EB6}"/>
          </ac:spMkLst>
        </pc:spChg>
        <pc:spChg chg="del">
          <ac:chgData name="Pulasani Navaroj Reddy" userId="c7935421aeab49cd" providerId="LiveId" clId="{A0A40A8F-2E81-43D5-8B6A-20EF36032321}" dt="2026-04-10T05:37:08.650" v="653" actId="478"/>
          <ac:spMkLst>
            <pc:docMk/>
            <pc:sldMk cId="3234340613" sldId="325"/>
            <ac:spMk id="3" creationId="{A5DE9FC3-5F37-E56C-B382-5C09C57A4B1E}"/>
          </ac:spMkLst>
        </pc:spChg>
        <pc:spChg chg="del mod">
          <ac:chgData name="Pulasani Navaroj Reddy" userId="c7935421aeab49cd" providerId="LiveId" clId="{A0A40A8F-2E81-43D5-8B6A-20EF36032321}" dt="2026-04-10T05:40:44.665" v="676" actId="478"/>
          <ac:spMkLst>
            <pc:docMk/>
            <pc:sldMk cId="3234340613" sldId="325"/>
            <ac:spMk id="4" creationId="{2C835D07-08C3-A4E5-DE5C-D7D39448430A}"/>
          </ac:spMkLst>
        </pc:spChg>
        <pc:spChg chg="del">
          <ac:chgData name="Pulasani Navaroj Reddy" userId="c7935421aeab49cd" providerId="LiveId" clId="{A0A40A8F-2E81-43D5-8B6A-20EF36032321}" dt="2026-04-10T05:53:53.899" v="840" actId="478"/>
          <ac:spMkLst>
            <pc:docMk/>
            <pc:sldMk cId="3234340613" sldId="325"/>
            <ac:spMk id="5" creationId="{DD2DF676-39FF-F8EF-3AC7-BBFE38BC5F95}"/>
          </ac:spMkLst>
        </pc:spChg>
        <pc:spChg chg="add mod">
          <ac:chgData name="Pulasani Navaroj Reddy" userId="c7935421aeab49cd" providerId="LiveId" clId="{A0A40A8F-2E81-43D5-8B6A-20EF36032321}" dt="2026-04-10T05:41:31.186" v="685" actId="404"/>
          <ac:spMkLst>
            <pc:docMk/>
            <pc:sldMk cId="3234340613" sldId="325"/>
            <ac:spMk id="7" creationId="{C2D21825-6A3C-3CC8-EEA2-624F3AD2887E}"/>
          </ac:spMkLst>
        </pc:spChg>
        <pc:spChg chg="add">
          <ac:chgData name="Pulasani Navaroj Reddy" userId="c7935421aeab49cd" providerId="LiveId" clId="{A0A40A8F-2E81-43D5-8B6A-20EF36032321}" dt="2026-04-10T05:40:25.776" v="669"/>
          <ac:spMkLst>
            <pc:docMk/>
            <pc:sldMk cId="3234340613" sldId="325"/>
            <ac:spMk id="8" creationId="{50E3C91A-217B-2203-305A-52C36DA583A7}"/>
          </ac:spMkLst>
        </pc:spChg>
        <pc:spChg chg="add">
          <ac:chgData name="Pulasani Navaroj Reddy" userId="c7935421aeab49cd" providerId="LiveId" clId="{A0A40A8F-2E81-43D5-8B6A-20EF36032321}" dt="2026-04-10T05:41:10.896" v="677"/>
          <ac:spMkLst>
            <pc:docMk/>
            <pc:sldMk cId="3234340613" sldId="325"/>
            <ac:spMk id="11" creationId="{7A84C7BF-C7CC-56B9-375D-A19F074F3542}"/>
          </ac:spMkLst>
        </pc:spChg>
        <pc:spChg chg="add mod">
          <ac:chgData name="Pulasani Navaroj Reddy" userId="c7935421aeab49cd" providerId="LiveId" clId="{A0A40A8F-2E81-43D5-8B6A-20EF36032321}" dt="2026-04-10T06:04:42.671" v="910" actId="113"/>
          <ac:spMkLst>
            <pc:docMk/>
            <pc:sldMk cId="3234340613" sldId="325"/>
            <ac:spMk id="14" creationId="{226CA75F-4442-03C2-6084-7EDE9D25EFDF}"/>
          </ac:spMkLst>
        </pc:spChg>
        <pc:picChg chg="add mod">
          <ac:chgData name="Pulasani Navaroj Reddy" userId="c7935421aeab49cd" providerId="LiveId" clId="{A0A40A8F-2E81-43D5-8B6A-20EF36032321}" dt="2026-04-10T05:42:35.041" v="740" actId="1076"/>
          <ac:picMkLst>
            <pc:docMk/>
            <pc:sldMk cId="3234340613" sldId="325"/>
            <ac:picMk id="10" creationId="{371005CE-13F5-AAE8-A3AB-678F3101C3A9}"/>
          </ac:picMkLst>
        </pc:picChg>
        <pc:picChg chg="add mod">
          <ac:chgData name="Pulasani Navaroj Reddy" userId="c7935421aeab49cd" providerId="LiveId" clId="{A0A40A8F-2E81-43D5-8B6A-20EF36032321}" dt="2026-04-10T05:42:36.697" v="741" actId="1076"/>
          <ac:picMkLst>
            <pc:docMk/>
            <pc:sldMk cId="3234340613" sldId="325"/>
            <ac:picMk id="13" creationId="{AD1B0198-A471-1AD1-6618-0281CB936B27}"/>
          </ac:picMkLst>
        </pc:picChg>
      </pc:sldChg>
      <pc:sldChg chg="addSp delSp modSp new mod">
        <pc:chgData name="Pulasani Navaroj Reddy" userId="c7935421aeab49cd" providerId="LiveId" clId="{A0A40A8F-2E81-43D5-8B6A-20EF36032321}" dt="2026-04-10T05:53:47.711" v="839" actId="478"/>
        <pc:sldMkLst>
          <pc:docMk/>
          <pc:sldMk cId="2429561712" sldId="326"/>
        </pc:sldMkLst>
        <pc:spChg chg="del">
          <ac:chgData name="Pulasani Navaroj Reddy" userId="c7935421aeab49cd" providerId="LiveId" clId="{A0A40A8F-2E81-43D5-8B6A-20EF36032321}" dt="2026-04-10T05:44:03.227" v="744" actId="478"/>
          <ac:spMkLst>
            <pc:docMk/>
            <pc:sldMk cId="2429561712" sldId="326"/>
            <ac:spMk id="2" creationId="{EED9C145-C12A-A89C-2D47-2D6D65B01E70}"/>
          </ac:spMkLst>
        </pc:spChg>
        <pc:spChg chg="del">
          <ac:chgData name="Pulasani Navaroj Reddy" userId="c7935421aeab49cd" providerId="LiveId" clId="{A0A40A8F-2E81-43D5-8B6A-20EF36032321}" dt="2026-04-10T05:44:01.432" v="743" actId="478"/>
          <ac:spMkLst>
            <pc:docMk/>
            <pc:sldMk cId="2429561712" sldId="326"/>
            <ac:spMk id="3" creationId="{0DB6F008-8AE8-37C0-7D67-08AECCBB2406}"/>
          </ac:spMkLst>
        </pc:spChg>
        <pc:spChg chg="del">
          <ac:chgData name="Pulasani Navaroj Reddy" userId="c7935421aeab49cd" providerId="LiveId" clId="{A0A40A8F-2E81-43D5-8B6A-20EF36032321}" dt="2026-04-10T05:45:13.853" v="756" actId="478"/>
          <ac:spMkLst>
            <pc:docMk/>
            <pc:sldMk cId="2429561712" sldId="326"/>
            <ac:spMk id="4" creationId="{601C185B-0B32-F218-A53A-5206EAFF9FA6}"/>
          </ac:spMkLst>
        </pc:spChg>
        <pc:spChg chg="del">
          <ac:chgData name="Pulasani Navaroj Reddy" userId="c7935421aeab49cd" providerId="LiveId" clId="{A0A40A8F-2E81-43D5-8B6A-20EF36032321}" dt="2026-04-10T05:53:47.711" v="839" actId="478"/>
          <ac:spMkLst>
            <pc:docMk/>
            <pc:sldMk cId="2429561712" sldId="326"/>
            <ac:spMk id="5" creationId="{B189B07C-D534-96EB-3A41-F08A84977BA5}"/>
          </ac:spMkLst>
        </pc:spChg>
        <pc:spChg chg="add mod">
          <ac:chgData name="Pulasani Navaroj Reddy" userId="c7935421aeab49cd" providerId="LiveId" clId="{A0A40A8F-2E81-43D5-8B6A-20EF36032321}" dt="2026-04-10T05:45:11.167" v="755" actId="1076"/>
          <ac:spMkLst>
            <pc:docMk/>
            <pc:sldMk cId="2429561712" sldId="326"/>
            <ac:spMk id="7" creationId="{0E2D6053-5CC1-F8C9-617D-5B7CEAB533AB}"/>
          </ac:spMkLst>
        </pc:spChg>
        <pc:spChg chg="add mod">
          <ac:chgData name="Pulasani Navaroj Reddy" userId="c7935421aeab49cd" providerId="LiveId" clId="{A0A40A8F-2E81-43D5-8B6A-20EF36032321}" dt="2026-04-10T05:45:54.539" v="763" actId="14100"/>
          <ac:spMkLst>
            <pc:docMk/>
            <pc:sldMk cId="2429561712" sldId="326"/>
            <ac:spMk id="9" creationId="{08A697F2-AE87-DD6F-914F-A429256A5019}"/>
          </ac:spMkLst>
        </pc:spChg>
        <pc:spChg chg="add mod">
          <ac:chgData name="Pulasani Navaroj Reddy" userId="c7935421aeab49cd" providerId="LiveId" clId="{A0A40A8F-2E81-43D5-8B6A-20EF36032321}" dt="2026-04-10T05:46:39.145" v="799" actId="14100"/>
          <ac:spMkLst>
            <pc:docMk/>
            <pc:sldMk cId="2429561712" sldId="326"/>
            <ac:spMk id="10" creationId="{88781F2D-032D-01FE-8182-72FD53B735BA}"/>
          </ac:spMkLst>
        </pc:spChg>
        <pc:spChg chg="add">
          <ac:chgData name="Pulasani Navaroj Reddy" userId="c7935421aeab49cd" providerId="LiveId" clId="{A0A40A8F-2E81-43D5-8B6A-20EF36032321}" dt="2026-04-10T05:49:00.156" v="800"/>
          <ac:spMkLst>
            <pc:docMk/>
            <pc:sldMk cId="2429561712" sldId="326"/>
            <ac:spMk id="11" creationId="{F32BC13E-ED85-AEED-C945-D7F54838357B}"/>
          </ac:spMkLst>
        </pc:spChg>
        <pc:picChg chg="add mod">
          <ac:chgData name="Pulasani Navaroj Reddy" userId="c7935421aeab49cd" providerId="LiveId" clId="{A0A40A8F-2E81-43D5-8B6A-20EF36032321}" dt="2026-04-10T05:49:12.538" v="805" actId="1076"/>
          <ac:picMkLst>
            <pc:docMk/>
            <pc:sldMk cId="2429561712" sldId="326"/>
            <ac:picMk id="13" creationId="{2319DFE2-10B8-FD19-BDC5-401820B6E5E0}"/>
          </ac:picMkLst>
        </pc:picChg>
      </pc:sldChg>
      <pc:sldChg chg="delSp modSp new mod">
        <pc:chgData name="Pulasani Navaroj Reddy" userId="c7935421aeab49cd" providerId="LiveId" clId="{A0A40A8F-2E81-43D5-8B6A-20EF36032321}" dt="2026-04-10T05:53:42.102" v="838" actId="478"/>
        <pc:sldMkLst>
          <pc:docMk/>
          <pc:sldMk cId="4105265324" sldId="327"/>
        </pc:sldMkLst>
        <pc:spChg chg="mod">
          <ac:chgData name="Pulasani Navaroj Reddy" userId="c7935421aeab49cd" providerId="LiveId" clId="{A0A40A8F-2E81-43D5-8B6A-20EF36032321}" dt="2026-04-10T05:53:21.598" v="835" actId="1076"/>
          <ac:spMkLst>
            <pc:docMk/>
            <pc:sldMk cId="4105265324" sldId="327"/>
            <ac:spMk id="2" creationId="{7258639B-12A2-1087-913E-0B96E7ACDB5E}"/>
          </ac:spMkLst>
        </pc:spChg>
        <pc:spChg chg="mod">
          <ac:chgData name="Pulasani Navaroj Reddy" userId="c7935421aeab49cd" providerId="LiveId" clId="{A0A40A8F-2E81-43D5-8B6A-20EF36032321}" dt="2026-04-10T05:53:34.056" v="836" actId="1076"/>
          <ac:spMkLst>
            <pc:docMk/>
            <pc:sldMk cId="4105265324" sldId="327"/>
            <ac:spMk id="3" creationId="{929599C4-C60E-6A23-22FE-A4BC80C736F3}"/>
          </ac:spMkLst>
        </pc:spChg>
        <pc:spChg chg="del">
          <ac:chgData name="Pulasani Navaroj Reddy" userId="c7935421aeab49cd" providerId="LiveId" clId="{A0A40A8F-2E81-43D5-8B6A-20EF36032321}" dt="2026-04-10T05:53:38.246" v="837" actId="478"/>
          <ac:spMkLst>
            <pc:docMk/>
            <pc:sldMk cId="4105265324" sldId="327"/>
            <ac:spMk id="4" creationId="{2CDF9A3A-3F56-D47D-42A8-B6EFB93A23EA}"/>
          </ac:spMkLst>
        </pc:spChg>
        <pc:spChg chg="del">
          <ac:chgData name="Pulasani Navaroj Reddy" userId="c7935421aeab49cd" providerId="LiveId" clId="{A0A40A8F-2E81-43D5-8B6A-20EF36032321}" dt="2026-04-10T05:53:42.102" v="838" actId="478"/>
          <ac:spMkLst>
            <pc:docMk/>
            <pc:sldMk cId="4105265324" sldId="327"/>
            <ac:spMk id="5" creationId="{3D09268F-36F7-4BF8-82E7-BC7E69D1C6F0}"/>
          </ac:spMkLst>
        </pc:spChg>
      </pc:sldChg>
    </pc:docChg>
  </pc:docChgLst>
  <pc:docChgLst>
    <pc:chgData name="Pulasani Navaroj Reddy" userId="c7935421aeab49cd" providerId="Windows Live" clId="Web-{EF8BDC1B-92DA-4577-98BA-68CEFD2C1844}"/>
    <pc:docChg chg="addSld">
      <pc:chgData name="Pulasani Navaroj Reddy" userId="c7935421aeab49cd" providerId="Windows Live" clId="Web-{EF8BDC1B-92DA-4577-98BA-68CEFD2C1844}" dt="2026-04-09T12:40:07.945" v="0"/>
      <pc:docMkLst>
        <pc:docMk/>
      </pc:docMkLst>
      <pc:sldChg chg="new">
        <pc:chgData name="Pulasani Navaroj Reddy" userId="c7935421aeab49cd" providerId="Windows Live" clId="Web-{EF8BDC1B-92DA-4577-98BA-68CEFD2C1844}" dt="2026-04-09T12:40:07.945" v="0"/>
        <pc:sldMkLst>
          <pc:docMk/>
          <pc:sldMk cId="3219362524" sldId="3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D7C5-DD2A-4BD9-BB27-92FD2BFA99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C9BC3-7E77-4A65-8374-7D83CD3A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3512" y="630138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0CC850A-9414-4098-BA8E-1C27CC275DF5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7D247-5A6B-EA2D-8332-7D5210B861F6}"/>
              </a:ext>
            </a:extLst>
          </p:cNvPr>
          <p:cNvSpPr/>
          <p:nvPr userDrawn="1"/>
        </p:nvSpPr>
        <p:spPr>
          <a:xfrm rot="10800000">
            <a:off x="11199371" y="732290"/>
            <a:ext cx="260487" cy="5160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91CC9-78E1-21EB-06E9-BB8C7EDD3B28}"/>
              </a:ext>
            </a:extLst>
          </p:cNvPr>
          <p:cNvSpPr/>
          <p:nvPr userDrawn="1"/>
        </p:nvSpPr>
        <p:spPr>
          <a:xfrm rot="5400000">
            <a:off x="5841119" y="-4365474"/>
            <a:ext cx="260487" cy="1045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7B076F-609B-38C5-149F-BEDABF7C43FC}"/>
              </a:ext>
            </a:extLst>
          </p:cNvPr>
          <p:cNvSpPr/>
          <p:nvPr userDrawn="1"/>
        </p:nvSpPr>
        <p:spPr>
          <a:xfrm rot="10800000">
            <a:off x="732141" y="732289"/>
            <a:ext cx="260487" cy="51600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7636-6503-9335-D312-DFC0FBDC2CC6}"/>
              </a:ext>
            </a:extLst>
          </p:cNvPr>
          <p:cNvSpPr/>
          <p:nvPr userDrawn="1"/>
        </p:nvSpPr>
        <p:spPr>
          <a:xfrm rot="5400000">
            <a:off x="5965757" y="638377"/>
            <a:ext cx="260487" cy="10727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E84C-3BEE-4893-86EC-80726E22BF5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711519-6FD8-B638-4FC4-18C7FA332A8F}"/>
              </a:ext>
            </a:extLst>
          </p:cNvPr>
          <p:cNvSpPr/>
          <p:nvPr userDrawn="1"/>
        </p:nvSpPr>
        <p:spPr>
          <a:xfrm rot="10800000">
            <a:off x="11672332" y="1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795162-13F8-216A-5716-55C30D31D729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B6E9A9-B600-3BF3-85A2-6E948B54C40F}"/>
              </a:ext>
            </a:extLst>
          </p:cNvPr>
          <p:cNvSpPr/>
          <p:nvPr userDrawn="1"/>
        </p:nvSpPr>
        <p:spPr>
          <a:xfrm rot="10800000">
            <a:off x="25" y="4"/>
            <a:ext cx="528747" cy="6329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C4924-05E9-3E96-DD8A-19EB6FDCBE76}"/>
              </a:ext>
            </a:extLst>
          </p:cNvPr>
          <p:cNvSpPr/>
          <p:nvPr userDrawn="1"/>
        </p:nvSpPr>
        <p:spPr>
          <a:xfrm rot="5400000">
            <a:off x="5569864" y="755535"/>
            <a:ext cx="528747" cy="11676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2436" y="2480368"/>
            <a:ext cx="5836232" cy="1666525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19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8161" y="1080271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7149" y="565755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9DA8944-DCEF-48F1-B7A6-C744C27AB001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5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D0770-7604-2739-6C75-F43B049826D1}"/>
              </a:ext>
            </a:extLst>
          </p:cNvPr>
          <p:cNvSpPr/>
          <p:nvPr userDrawn="1"/>
        </p:nvSpPr>
        <p:spPr>
          <a:xfrm rot="10800000">
            <a:off x="10949389" y="717892"/>
            <a:ext cx="528747" cy="5174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72C6-1CCF-4F68-7741-E653D0B5F78D}"/>
              </a:ext>
            </a:extLst>
          </p:cNvPr>
          <p:cNvSpPr/>
          <p:nvPr userDrawn="1"/>
        </p:nvSpPr>
        <p:spPr>
          <a:xfrm rot="10800000">
            <a:off x="721771" y="717891"/>
            <a:ext cx="528747" cy="5459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4519A-B676-5497-CFED-B2D909F6C53E}"/>
              </a:ext>
            </a:extLst>
          </p:cNvPr>
          <p:cNvSpPr/>
          <p:nvPr userDrawn="1"/>
        </p:nvSpPr>
        <p:spPr>
          <a:xfrm rot="5400000">
            <a:off x="6099938" y="799084"/>
            <a:ext cx="528747" cy="10227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837" y="2671482"/>
            <a:ext cx="5836232" cy="1475411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1837" y="4270062"/>
            <a:ext cx="5836231" cy="8129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19329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C0983607-D150-4841-B8A4-7AFE8B52F7F5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A6715-0C43-E712-11E7-6F173E68B53B}"/>
              </a:ext>
            </a:extLst>
          </p:cNvPr>
          <p:cNvSpPr/>
          <p:nvPr userDrawn="1"/>
        </p:nvSpPr>
        <p:spPr>
          <a:xfrm rot="5400000">
            <a:off x="5571192" y="-4131554"/>
            <a:ext cx="528747" cy="10227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553" y="2752166"/>
            <a:ext cx="4598894" cy="135532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727" y="4107494"/>
            <a:ext cx="4174435" cy="82146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561180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593169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275B1C0-751A-4CB6-9401-549B6A26D9DA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FD08F-21D9-FEB7-0D0D-FB9EFDF9620C}"/>
              </a:ext>
            </a:extLst>
          </p:cNvPr>
          <p:cNvSpPr/>
          <p:nvPr userDrawn="1"/>
        </p:nvSpPr>
        <p:spPr>
          <a:xfrm>
            <a:off x="9272689" y="1376329"/>
            <a:ext cx="260487" cy="4090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71169-44A1-414D-D161-3712B5E016AC}"/>
              </a:ext>
            </a:extLst>
          </p:cNvPr>
          <p:cNvSpPr/>
          <p:nvPr userDrawn="1"/>
        </p:nvSpPr>
        <p:spPr>
          <a:xfrm>
            <a:off x="2677735" y="1376329"/>
            <a:ext cx="260487" cy="40906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36AFC-AA7A-ED7B-EB88-6F51012CDDEB}"/>
              </a:ext>
            </a:extLst>
          </p:cNvPr>
          <p:cNvSpPr/>
          <p:nvPr userDrawn="1"/>
        </p:nvSpPr>
        <p:spPr>
          <a:xfrm rot="16200000">
            <a:off x="5844456" y="2038741"/>
            <a:ext cx="260487" cy="6595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EB0A-D506-58FE-09A1-04A6BD50B680}"/>
              </a:ext>
            </a:extLst>
          </p:cNvPr>
          <p:cNvSpPr/>
          <p:nvPr userDrawn="1"/>
        </p:nvSpPr>
        <p:spPr>
          <a:xfrm rot="16200000">
            <a:off x="6104174" y="-1792183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430048" y="4360917"/>
            <a:ext cx="260487" cy="332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560292" y="-957943"/>
            <a:ext cx="260487" cy="35852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897901" y="705987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423330" y="2081208"/>
            <a:ext cx="2558436" cy="2084412"/>
          </a:xfrm>
        </p:spPr>
        <p:txBody>
          <a:bodyPr anchor="ctr">
            <a:normAutofit/>
          </a:bodyPr>
          <a:lstStyle>
            <a:lvl1pPr algn="ctr">
              <a:defRPr sz="19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624807" y="4492487"/>
            <a:ext cx="2167047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1A61A04E-0E40-CD3E-84E3-2472746A7DB5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-4082" y="0"/>
            <a:ext cx="719664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388143" y="189570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667131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722DC380-2CCC-4637-9D81-2D9985B2B85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61057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93" y="1928100"/>
            <a:ext cx="2905511" cy="234272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24" y="4270822"/>
            <a:ext cx="2734648" cy="137920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757" y="458889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9745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38EF09F4-CF1A-4468-AFD3-5B7E971D872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6B8F3E-31D5-9069-F589-295DD0854E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786" y="964933"/>
            <a:ext cx="6675899" cy="492813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A3A05-F0CE-F4CB-9E89-846053CABB84}"/>
              </a:ext>
            </a:extLst>
          </p:cNvPr>
          <p:cNvSpPr/>
          <p:nvPr userDrawn="1"/>
        </p:nvSpPr>
        <p:spPr>
          <a:xfrm rot="5400000">
            <a:off x="7624248" y="2555116"/>
            <a:ext cx="260487" cy="693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94D4A-7A27-6A89-4DA9-DB8EFE325DF0}"/>
              </a:ext>
            </a:extLst>
          </p:cNvPr>
          <p:cNvSpPr/>
          <p:nvPr userDrawn="1"/>
        </p:nvSpPr>
        <p:spPr>
          <a:xfrm rot="5400000">
            <a:off x="7754491" y="-2763744"/>
            <a:ext cx="260487" cy="71968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08BF3-0523-8F0E-DA7C-3764C6BABA4F}"/>
              </a:ext>
            </a:extLst>
          </p:cNvPr>
          <p:cNvSpPr/>
          <p:nvPr userDrawn="1"/>
        </p:nvSpPr>
        <p:spPr>
          <a:xfrm>
            <a:off x="4286299" y="704449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ECC469-0F4D-B183-444F-680250C0C1F7}"/>
              </a:ext>
            </a:extLst>
          </p:cNvPr>
          <p:cNvSpPr/>
          <p:nvPr userDrawn="1"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701889" y="4372331"/>
            <a:ext cx="260487" cy="4710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704106" y="-2227402"/>
            <a:ext cx="260487" cy="471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476705" y="1538"/>
            <a:ext cx="260487" cy="6595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932955" y="260488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90683" y="2081208"/>
            <a:ext cx="2922776" cy="208441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489921" y="4492487"/>
            <a:ext cx="2724301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B06F69-1398-C3F8-1FE4-23D4CCAAA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7642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549680" y="567084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0145" y="5998134"/>
            <a:ext cx="238385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BABFC0F-A3A1-421A-96A1-F0C5E3A82676}" type="datetime1">
              <a:rPr lang="en-US" smtClean="0"/>
              <a:t>4/27/2026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1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3353" y="2479636"/>
            <a:ext cx="4014653" cy="189089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440" y="4510577"/>
            <a:ext cx="3566478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7C75822-0130-32C5-B041-8DE4A8F55C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04917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4035" y="169661"/>
            <a:ext cx="3133289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276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5AE1AD8-8304-4B6E-8218-01C09EAEB0A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46EDC2-ADB5-0AEE-C33D-C3AFB0C56B60}"/>
              </a:ext>
            </a:extLst>
          </p:cNvPr>
          <p:cNvGrpSpPr/>
          <p:nvPr userDrawn="1"/>
        </p:nvGrpSpPr>
        <p:grpSpPr>
          <a:xfrm>
            <a:off x="5228861" y="704448"/>
            <a:ext cx="6254312" cy="5449103"/>
            <a:chOff x="5228861" y="704448"/>
            <a:chExt cx="6254312" cy="54491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AD14C5-7923-7F16-A706-C6E4DD475CD7}"/>
                </a:ext>
              </a:extLst>
            </p:cNvPr>
            <p:cNvSpPr/>
            <p:nvPr/>
          </p:nvSpPr>
          <p:spPr>
            <a:xfrm rot="5400000">
              <a:off x="8095529" y="3026396"/>
              <a:ext cx="260487" cy="59938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682B2E-D8B8-0C2F-B912-5BDE7C27DF16}"/>
                </a:ext>
              </a:extLst>
            </p:cNvPr>
            <p:cNvSpPr/>
            <p:nvPr/>
          </p:nvSpPr>
          <p:spPr>
            <a:xfrm rot="5400000">
              <a:off x="8356530" y="-2161706"/>
              <a:ext cx="260487" cy="59927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71E2A3-7895-49CF-B3C7-1EB04AD30B04}"/>
                </a:ext>
              </a:extLst>
            </p:cNvPr>
            <p:cNvSpPr/>
            <p:nvPr/>
          </p:nvSpPr>
          <p:spPr>
            <a:xfrm>
              <a:off x="5229890" y="704449"/>
              <a:ext cx="260487" cy="51886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360063-F872-39D8-4690-FF9CBF3E15FD}"/>
                </a:ext>
              </a:extLst>
            </p:cNvPr>
            <p:cNvSpPr/>
            <p:nvPr/>
          </p:nvSpPr>
          <p:spPr>
            <a:xfrm>
              <a:off x="11222686" y="964935"/>
              <a:ext cx="260487" cy="5188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86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6D580-84F4-88B9-38B6-604B5837CA97}"/>
              </a:ext>
            </a:extLst>
          </p:cNvPr>
          <p:cNvSpPr/>
          <p:nvPr userDrawn="1"/>
        </p:nvSpPr>
        <p:spPr>
          <a:xfrm rot="5400000">
            <a:off x="5502408" y="173087"/>
            <a:ext cx="1450382" cy="1192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BA534-1BED-C246-5001-61BB9E82C790}"/>
              </a:ext>
            </a:extLst>
          </p:cNvPr>
          <p:cNvSpPr/>
          <p:nvPr userDrawn="1"/>
        </p:nvSpPr>
        <p:spPr>
          <a:xfrm rot="10800000">
            <a:off x="-1173" y="-3"/>
            <a:ext cx="528747" cy="68733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56C0B-1979-6D86-EE6B-CC778A0C5C0A}"/>
              </a:ext>
            </a:extLst>
          </p:cNvPr>
          <p:cNvSpPr/>
          <p:nvPr userDrawn="1"/>
        </p:nvSpPr>
        <p:spPr>
          <a:xfrm rot="10800000">
            <a:off x="11663248" y="0"/>
            <a:ext cx="528747" cy="54302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73B0E1-76A3-040C-7A1E-CB39A0251077}"/>
              </a:ext>
            </a:extLst>
          </p:cNvPr>
          <p:cNvSpPr/>
          <p:nvPr userDrawn="1"/>
        </p:nvSpPr>
        <p:spPr>
          <a:xfrm rot="5400000">
            <a:off x="5565305" y="-5566929"/>
            <a:ext cx="528747" cy="11667152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83127" y="5517136"/>
            <a:ext cx="9447915" cy="634658"/>
          </a:xfrm>
        </p:spPr>
        <p:txBody>
          <a:bodyPr anchor="b">
            <a:normAutofit/>
          </a:bodyPr>
          <a:lstStyle>
            <a:lvl1pPr algn="ctr">
              <a:defRPr sz="2300" spc="3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83126" y="6151794"/>
            <a:ext cx="944791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F2539BC0-84FB-830A-00EE-E75AB30C35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7050" y="525374"/>
            <a:ext cx="11136194" cy="489761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3E96C-00F9-4FAD-8290-DE86B4724CD3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EBB-5190-A530-BF7E-FC821AE8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59" y="2113664"/>
            <a:ext cx="6634480" cy="26306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F16-ABF8-E5D7-33C8-A6D75D4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8" y="511926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A6C4-FE3E-122E-7382-545D49BE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6" y="5958089"/>
            <a:ext cx="204680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7AC3EE5A-F4BB-4292-AEB7-B5B5C40DC01B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4E25-1888-39B8-2240-AB82BE4C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58089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2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5207BD-C7F2-525E-DAB6-E634FE77E20D}"/>
              </a:ext>
            </a:extLst>
          </p:cNvPr>
          <p:cNvSpPr/>
          <p:nvPr userDrawn="1"/>
        </p:nvSpPr>
        <p:spPr>
          <a:xfrm rot="5400000">
            <a:off x="5524498" y="190501"/>
            <a:ext cx="1143001" cy="1219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48BDDF-B3B0-7053-26B7-95EDAAC0FF5B}"/>
              </a:ext>
            </a:extLst>
          </p:cNvPr>
          <p:cNvSpPr/>
          <p:nvPr userDrawn="1"/>
        </p:nvSpPr>
        <p:spPr>
          <a:xfrm rot="5400000">
            <a:off x="-499020" y="481562"/>
            <a:ext cx="5721096" cy="4745783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1419206"/>
            <a:ext cx="3063195" cy="30330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cap="all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8776" y="1055915"/>
            <a:ext cx="5233050" cy="3690256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4AB0-0D0A-4A0B-9DCA-3ADE534648EF}" type="datetime1">
              <a:rPr lang="en-US" smtClean="0"/>
              <a:t>4/27/2026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8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0DFABE-5BD3-ABE1-4A14-B1BD07EDED24}"/>
              </a:ext>
            </a:extLst>
          </p:cNvPr>
          <p:cNvSpPr/>
          <p:nvPr userDrawn="1"/>
        </p:nvSpPr>
        <p:spPr>
          <a:xfrm rot="10800000">
            <a:off x="6848317" y="-4412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96845-55B7-18A5-27BB-DB4D313D5F4C}"/>
              </a:ext>
            </a:extLst>
          </p:cNvPr>
          <p:cNvSpPr/>
          <p:nvPr userDrawn="1"/>
        </p:nvSpPr>
        <p:spPr>
          <a:xfrm rot="5400000">
            <a:off x="3426081" y="-3426639"/>
            <a:ext cx="528747" cy="7373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99C02-4524-9119-3AA5-33403F3B3FE9}"/>
              </a:ext>
            </a:extLst>
          </p:cNvPr>
          <p:cNvSpPr/>
          <p:nvPr userDrawn="1"/>
        </p:nvSpPr>
        <p:spPr>
          <a:xfrm rot="10800000">
            <a:off x="3880" y="-4411"/>
            <a:ext cx="528747" cy="685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03549-6BC7-0BF2-CCD7-E33F6C33A584}"/>
              </a:ext>
            </a:extLst>
          </p:cNvPr>
          <p:cNvSpPr/>
          <p:nvPr userDrawn="1"/>
        </p:nvSpPr>
        <p:spPr>
          <a:xfrm rot="5400000">
            <a:off x="3159783" y="3165065"/>
            <a:ext cx="528747" cy="6848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D93710-E3F1-FFC1-1ADE-92C2702E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59" y="824097"/>
            <a:ext cx="3397592" cy="10411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537FC92-646E-2044-A4CD-81E4CC8D66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20060" y="18227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28" y="524341"/>
            <a:ext cx="6315687" cy="580050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0061" y="2141950"/>
            <a:ext cx="3301625" cy="3735147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500" cap="none" spc="0" baseline="0"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7E7A7C3-7137-9EE7-CFF7-4EB398DCBC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20060" y="6323214"/>
            <a:ext cx="2046806" cy="365125"/>
          </a:xfrm>
        </p:spPr>
        <p:txBody>
          <a:bodyPr/>
          <a:lstStyle/>
          <a:p>
            <a:fld id="{7F460F04-7E27-42E9-8E66-4BD5C4878F9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545547-D03B-F547-5B46-F5435F4D1F63}"/>
              </a:ext>
            </a:extLst>
          </p:cNvPr>
          <p:cNvSpPr/>
          <p:nvPr userDrawn="1"/>
        </p:nvSpPr>
        <p:spPr>
          <a:xfrm rot="10800000" flipH="1">
            <a:off x="4244975" y="0"/>
            <a:ext cx="26048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EA278-BBB2-FCB4-9C12-06E30660FF04}"/>
              </a:ext>
            </a:extLst>
          </p:cNvPr>
          <p:cNvSpPr/>
          <p:nvPr userDrawn="1"/>
        </p:nvSpPr>
        <p:spPr>
          <a:xfrm rot="16200000" flipH="1">
            <a:off x="8088243" y="2754246"/>
            <a:ext cx="260487" cy="79470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7E36-FB19-3F29-E0B5-C18B29431178}"/>
              </a:ext>
            </a:extLst>
          </p:cNvPr>
          <p:cNvSpPr/>
          <p:nvPr userDrawn="1"/>
        </p:nvSpPr>
        <p:spPr>
          <a:xfrm rot="10800000" flipH="1">
            <a:off x="11930492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11B1-EA3D-49A4-4103-2E12A7B5001B}"/>
              </a:ext>
            </a:extLst>
          </p:cNvPr>
          <p:cNvSpPr/>
          <p:nvPr userDrawn="1"/>
        </p:nvSpPr>
        <p:spPr>
          <a:xfrm rot="16200000" flipH="1">
            <a:off x="8218488" y="-3713546"/>
            <a:ext cx="260487" cy="76865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1566CB-AF6C-6D9A-9604-D30F1B86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56" y="812800"/>
            <a:ext cx="5588442" cy="10196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24469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9879" y="2213108"/>
            <a:ext cx="5587420" cy="3591613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874" y="6063155"/>
            <a:ext cx="313328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0069" y="6063155"/>
            <a:ext cx="2580069" cy="365125"/>
          </a:xfrm>
        </p:spPr>
        <p:txBody>
          <a:bodyPr/>
          <a:lstStyle/>
          <a:p>
            <a:fld id="{FD8DC020-D211-45A2-9F9F-A0C111FACB2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063155"/>
            <a:ext cx="43799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8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0F04F-ACF3-CF69-D58D-1F3EB93D0BC0}"/>
              </a:ext>
            </a:extLst>
          </p:cNvPr>
          <p:cNvSpPr/>
          <p:nvPr userDrawn="1"/>
        </p:nvSpPr>
        <p:spPr>
          <a:xfrm rot="16200000" flipH="1">
            <a:off x="4985204" y="-352243"/>
            <a:ext cx="6855369" cy="7559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29B7B-BD45-5749-E3F7-C780081D4118}"/>
              </a:ext>
            </a:extLst>
          </p:cNvPr>
          <p:cNvSpPr/>
          <p:nvPr userDrawn="1"/>
        </p:nvSpPr>
        <p:spPr>
          <a:xfrm rot="16200000" flipH="1">
            <a:off x="5249364" y="-5267620"/>
            <a:ext cx="1694089" cy="12192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30191A8-642D-A50F-5501-056BA59F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07088"/>
            <a:ext cx="5929131" cy="899758"/>
          </a:xfrm>
        </p:spPr>
        <p:txBody>
          <a:bodyPr anchor="ctr"/>
          <a:lstStyle>
            <a:lvl1pPr>
              <a:lnSpc>
                <a:spcPct val="90000"/>
              </a:lnSpc>
              <a:defRPr sz="2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301" y="1667616"/>
            <a:ext cx="4653262" cy="51877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8988" y="2369517"/>
            <a:ext cx="5811520" cy="3546727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800" cap="none" spc="0" baseline="0">
                <a:solidFill>
                  <a:schemeClr val="bg1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8988" y="6323214"/>
            <a:ext cx="30110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40485F-B680-43DA-8EFD-ACA3786FC64F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895B0D3-73E8-41F6-748A-3A5480BB860E}"/>
              </a:ext>
            </a:extLst>
          </p:cNvPr>
          <p:cNvSpPr/>
          <p:nvPr userDrawn="1"/>
        </p:nvSpPr>
        <p:spPr>
          <a:xfrm rot="16200000">
            <a:off x="2917755" y="3438538"/>
            <a:ext cx="260487" cy="60960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37611-CF6E-AE7A-AEAC-F0186DAB3784}"/>
              </a:ext>
            </a:extLst>
          </p:cNvPr>
          <p:cNvSpPr/>
          <p:nvPr userDrawn="1"/>
        </p:nvSpPr>
        <p:spPr>
          <a:xfrm rot="16200000">
            <a:off x="2917755" y="3698768"/>
            <a:ext cx="260487" cy="60960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4F3FE8-E5F0-7A50-18F6-41F999EFED71}"/>
              </a:ext>
            </a:extLst>
          </p:cNvPr>
          <p:cNvSpPr/>
          <p:nvPr userDrawn="1"/>
        </p:nvSpPr>
        <p:spPr>
          <a:xfrm rot="16200000">
            <a:off x="9013757" y="3438538"/>
            <a:ext cx="260487" cy="6096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66E45-9426-F3ED-84AB-55C20CF777C3}"/>
              </a:ext>
            </a:extLst>
          </p:cNvPr>
          <p:cNvSpPr/>
          <p:nvPr userDrawn="1"/>
        </p:nvSpPr>
        <p:spPr>
          <a:xfrm rot="16200000">
            <a:off x="9013757" y="3698768"/>
            <a:ext cx="260487" cy="6096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91" y="1754909"/>
            <a:ext cx="4570407" cy="1293521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91" y="3218203"/>
            <a:ext cx="4570407" cy="1715138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376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3764"/>
            <a:ext cx="2046806" cy="365125"/>
          </a:xfrm>
        </p:spPr>
        <p:txBody>
          <a:bodyPr/>
          <a:lstStyle/>
          <a:p>
            <a:fld id="{3CA16254-30CD-4C33-B2BD-B36A0C60242E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376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72590E-3303-902C-040C-762AA28DF608}"/>
              </a:ext>
            </a:extLst>
          </p:cNvPr>
          <p:cNvSpPr/>
          <p:nvPr userDrawn="1"/>
        </p:nvSpPr>
        <p:spPr>
          <a:xfrm>
            <a:off x="9016383" y="1347534"/>
            <a:ext cx="260487" cy="4183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AF3B-9BE2-DAB5-D3AD-3C915CD925F2}"/>
              </a:ext>
            </a:extLst>
          </p:cNvPr>
          <p:cNvSpPr/>
          <p:nvPr userDrawn="1"/>
        </p:nvSpPr>
        <p:spPr>
          <a:xfrm>
            <a:off x="2964588" y="1485363"/>
            <a:ext cx="260487" cy="40455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6B9C-FA30-EFA5-39DD-9A8BFDC1CB0C}"/>
              </a:ext>
            </a:extLst>
          </p:cNvPr>
          <p:cNvSpPr/>
          <p:nvPr userDrawn="1"/>
        </p:nvSpPr>
        <p:spPr>
          <a:xfrm rot="16200000">
            <a:off x="5990487" y="2244492"/>
            <a:ext cx="260487" cy="63122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DE41A-7E0D-3F83-9028-E653ED31254D}"/>
              </a:ext>
            </a:extLst>
          </p:cNvPr>
          <p:cNvSpPr/>
          <p:nvPr userDrawn="1"/>
        </p:nvSpPr>
        <p:spPr>
          <a:xfrm rot="16200000">
            <a:off x="5990486" y="-1678364"/>
            <a:ext cx="260487" cy="63122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5" y="2039281"/>
            <a:ext cx="3481430" cy="1036044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074" y="3245098"/>
            <a:ext cx="3443852" cy="1597150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CAE6-134A-4DF9-899A-96F1EFEAFCB2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82" y="2471003"/>
            <a:ext cx="2735611" cy="191599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240" y="1106714"/>
            <a:ext cx="4651841" cy="4644572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C19-CBB7-402B-A28E-2EEE9B0D572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47B9D-A549-A781-28EF-D1FE419706B8}"/>
              </a:ext>
            </a:extLst>
          </p:cNvPr>
          <p:cNvSpPr/>
          <p:nvPr userDrawn="1"/>
        </p:nvSpPr>
        <p:spPr>
          <a:xfrm>
            <a:off x="5066555" y="1608021"/>
            <a:ext cx="260487" cy="35669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3AA64-1B88-9010-AE9A-319D6F2F7AD6}"/>
              </a:ext>
            </a:extLst>
          </p:cNvPr>
          <p:cNvSpPr/>
          <p:nvPr userDrawn="1"/>
        </p:nvSpPr>
        <p:spPr>
          <a:xfrm>
            <a:off x="1187933" y="1608019"/>
            <a:ext cx="260487" cy="3566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58FB-14CC-0774-B4BA-D662E9D0E9B7}"/>
              </a:ext>
            </a:extLst>
          </p:cNvPr>
          <p:cNvSpPr/>
          <p:nvPr userDrawn="1"/>
        </p:nvSpPr>
        <p:spPr>
          <a:xfrm rot="16200000">
            <a:off x="3257489" y="3105408"/>
            <a:ext cx="260487" cy="3878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290B0-0C46-F1D9-2DC7-A64DDEC214ED}"/>
              </a:ext>
            </a:extLst>
          </p:cNvPr>
          <p:cNvSpPr/>
          <p:nvPr userDrawn="1"/>
        </p:nvSpPr>
        <p:spPr>
          <a:xfrm rot="16200000">
            <a:off x="2997002" y="-201046"/>
            <a:ext cx="260487" cy="3878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765F6-2E78-2FCD-F87D-71403313FAA3}"/>
              </a:ext>
            </a:extLst>
          </p:cNvPr>
          <p:cNvSpPr/>
          <p:nvPr userDrawn="1"/>
        </p:nvSpPr>
        <p:spPr>
          <a:xfrm rot="16200000">
            <a:off x="2599987" y="3999545"/>
            <a:ext cx="260487" cy="54604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7F5B5-B681-6A6C-23F1-EEF2E59D422B}"/>
              </a:ext>
            </a:extLst>
          </p:cNvPr>
          <p:cNvSpPr/>
          <p:nvPr userDrawn="1"/>
        </p:nvSpPr>
        <p:spPr>
          <a:xfrm rot="16200000">
            <a:off x="8695989" y="3364009"/>
            <a:ext cx="260487" cy="67315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06C09-13A3-1418-3894-70E1B23A8AB6}"/>
              </a:ext>
            </a:extLst>
          </p:cNvPr>
          <p:cNvSpPr/>
          <p:nvPr userDrawn="1"/>
        </p:nvSpPr>
        <p:spPr>
          <a:xfrm rot="16200000">
            <a:off x="2599990" y="3745541"/>
            <a:ext cx="260487" cy="5460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1E525-4411-1D93-A96C-21C174766467}"/>
              </a:ext>
            </a:extLst>
          </p:cNvPr>
          <p:cNvSpPr/>
          <p:nvPr userDrawn="1"/>
        </p:nvSpPr>
        <p:spPr>
          <a:xfrm rot="16200000">
            <a:off x="8695992" y="3110005"/>
            <a:ext cx="260487" cy="67315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AB0A3A98-6E55-451E-82A3-D602C57D330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7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2500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CBE40BAB-681A-4897-A5C0-AFDFAECCDF53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F0A60-6A5E-949C-BA69-49D5A378CF74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0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63"/>
            <a:ext cx="3196905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610" y="973823"/>
            <a:ext cx="5247888" cy="4563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EE1A9-8578-4263-AA11-B0367CBB1C55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E5A2B-A078-B65C-2851-0D739785F09A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74"/>
            <a:ext cx="2958548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4" y="968634"/>
            <a:ext cx="6603999" cy="48775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7AAE-F35A-484C-AA7B-5B705B47CD90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147B2-23FF-954B-855A-8B1FB491D809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7210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68160"/>
            <a:ext cx="8915401" cy="29988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0B26-BB51-4670-8CA0-8843DF1D3018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2C2B-9E27-BD75-ADE5-9B96F0BDB279}"/>
              </a:ext>
            </a:extLst>
          </p:cNvPr>
          <p:cNvSpPr/>
          <p:nvPr userDrawn="1"/>
        </p:nvSpPr>
        <p:spPr>
          <a:xfrm rot="10800000" flipH="1">
            <a:off x="11932221" y="4479480"/>
            <a:ext cx="260487" cy="2378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78586-18D0-FDD1-6CB8-1FF134CE96B9}"/>
              </a:ext>
            </a:extLst>
          </p:cNvPr>
          <p:cNvSpPr/>
          <p:nvPr userDrawn="1"/>
        </p:nvSpPr>
        <p:spPr>
          <a:xfrm rot="10800000" flipH="1">
            <a:off x="11671991" y="4479480"/>
            <a:ext cx="260487" cy="23785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8703-05D1-F891-5103-0C0691DF0F79}"/>
              </a:ext>
            </a:extLst>
          </p:cNvPr>
          <p:cNvSpPr/>
          <p:nvPr userDrawn="1"/>
        </p:nvSpPr>
        <p:spPr>
          <a:xfrm rot="10800000" flipH="1">
            <a:off x="11932221" y="0"/>
            <a:ext cx="260487" cy="44794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C1D1-E259-9C6E-3B6F-FFB6978A2B94}"/>
              </a:ext>
            </a:extLst>
          </p:cNvPr>
          <p:cNvSpPr/>
          <p:nvPr userDrawn="1"/>
        </p:nvSpPr>
        <p:spPr>
          <a:xfrm rot="10800000" flipH="1">
            <a:off x="11671991" y="0"/>
            <a:ext cx="260487" cy="4479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9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00655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26" y="1502584"/>
            <a:ext cx="10500656" cy="4198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D124819C-A3B6-4A74-A72E-028129076CAE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EA6E7-27A3-6475-62BB-9C01444CBCAF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3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202"/>
            <a:ext cx="7484390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41"/>
            <a:ext cx="7484390" cy="39370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E746-21A0-4991-928E-68B8211ABD33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2025E-9787-E49A-D113-384B8BFCF584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9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65"/>
            <a:ext cx="4242732" cy="132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374"/>
            <a:ext cx="4242732" cy="397436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1148" y="983048"/>
            <a:ext cx="4942405" cy="49067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906C-3073-4CC2-913F-7E7D35FB8D8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1CE5-05FD-0C26-F05F-9ABF9F579818}"/>
              </a:ext>
            </a:extLst>
          </p:cNvPr>
          <p:cNvSpPr/>
          <p:nvPr userDrawn="1"/>
        </p:nvSpPr>
        <p:spPr>
          <a:xfrm rot="5400000">
            <a:off x="8491863" y="3414045"/>
            <a:ext cx="260487" cy="5202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3B0A7-AAA5-4FC2-0F22-16A54FF8F90B}"/>
              </a:ext>
            </a:extLst>
          </p:cNvPr>
          <p:cNvSpPr/>
          <p:nvPr userDrawn="1"/>
        </p:nvSpPr>
        <p:spPr>
          <a:xfrm>
            <a:off x="6020662" y="716779"/>
            <a:ext cx="260487" cy="54334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82A0C-0F86-1B28-1CBC-31328A23ED75}"/>
              </a:ext>
            </a:extLst>
          </p:cNvPr>
          <p:cNvSpPr/>
          <p:nvPr userDrawn="1"/>
        </p:nvSpPr>
        <p:spPr>
          <a:xfrm>
            <a:off x="11223556" y="722560"/>
            <a:ext cx="260487" cy="5423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349FE-CA84-FCC4-3044-219C24372DFF}"/>
              </a:ext>
            </a:extLst>
          </p:cNvPr>
          <p:cNvSpPr/>
          <p:nvPr userDrawn="1"/>
        </p:nvSpPr>
        <p:spPr>
          <a:xfrm rot="5400000">
            <a:off x="8752351" y="-1753258"/>
            <a:ext cx="260487" cy="5202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70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919" y="701001"/>
            <a:ext cx="4682492" cy="9756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761" y="975776"/>
            <a:ext cx="4333645" cy="492813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19" y="1823175"/>
            <a:ext cx="4682492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D7D-92A0-4C93-B043-9AAD52A88181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341E8-AC21-2374-68D1-E5B152FF1CE3}"/>
              </a:ext>
            </a:extLst>
          </p:cNvPr>
          <p:cNvSpPr/>
          <p:nvPr/>
        </p:nvSpPr>
        <p:spPr>
          <a:xfrm rot="5400000">
            <a:off x="3033223" y="-1586311"/>
            <a:ext cx="260487" cy="48636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6273D-856F-2FD6-A1C0-127DB7D88C7F}"/>
              </a:ext>
            </a:extLst>
          </p:cNvPr>
          <p:cNvSpPr/>
          <p:nvPr/>
        </p:nvSpPr>
        <p:spPr>
          <a:xfrm>
            <a:off x="731624" y="716828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C787A-CF1C-DB8A-C1F4-885E963FAEFB}"/>
              </a:ext>
            </a:extLst>
          </p:cNvPr>
          <p:cNvSpPr/>
          <p:nvPr/>
        </p:nvSpPr>
        <p:spPr>
          <a:xfrm>
            <a:off x="5334824" y="975776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1F2C4-E2C2-14AF-63AE-F440DA498BF3}"/>
              </a:ext>
            </a:extLst>
          </p:cNvPr>
          <p:cNvSpPr/>
          <p:nvPr/>
        </p:nvSpPr>
        <p:spPr>
          <a:xfrm rot="5400000">
            <a:off x="2902978" y="3732551"/>
            <a:ext cx="260487" cy="4603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552F73-C2C2-9883-1CE4-1E32939A148D}"/>
              </a:ext>
            </a:extLst>
          </p:cNvPr>
          <p:cNvSpPr/>
          <p:nvPr userDrawn="1"/>
        </p:nvSpPr>
        <p:spPr>
          <a:xfrm>
            <a:off x="4056269" y="0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9D6FF-4367-AEA2-2856-7C15113BEB40}"/>
              </a:ext>
            </a:extLst>
          </p:cNvPr>
          <p:cNvSpPr/>
          <p:nvPr userDrawn="1"/>
        </p:nvSpPr>
        <p:spPr>
          <a:xfrm rot="5400000">
            <a:off x="8128427" y="-3803084"/>
            <a:ext cx="260487" cy="7866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585720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 marL="228600">
              <a:buNone/>
              <a:defRPr/>
            </a:lvl1pPr>
            <a:lvl2pPr marL="365760">
              <a:buNone/>
              <a:defRPr/>
            </a:lvl2pPr>
            <a:lvl3pPr marL="365760">
              <a:buNone/>
              <a:defRPr/>
            </a:lvl3pPr>
            <a:lvl4pPr marL="365760">
              <a:buNone/>
              <a:defRPr/>
            </a:lvl4pPr>
            <a:lvl5pPr marL="36576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1" y="260488"/>
            <a:ext cx="7597581" cy="635084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C6F1F-9BDA-574C-1452-7F997F814D70}"/>
              </a:ext>
            </a:extLst>
          </p:cNvPr>
          <p:cNvSpPr/>
          <p:nvPr userDrawn="1"/>
        </p:nvSpPr>
        <p:spPr>
          <a:xfrm rot="5400000">
            <a:off x="7860573" y="2808245"/>
            <a:ext cx="260487" cy="78666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F79D7-2E79-7747-95B4-15579B7A9134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1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751" y="713606"/>
            <a:ext cx="3377235" cy="13223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1279" y="974092"/>
            <a:ext cx="5715121" cy="491700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752" y="2170877"/>
            <a:ext cx="3360986" cy="389691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BC5-63F1-40D5-8076-8B4C09F9560E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8C175-596B-9E77-22A2-18336A44EEA4}"/>
              </a:ext>
            </a:extLst>
          </p:cNvPr>
          <p:cNvSpPr/>
          <p:nvPr userDrawn="1"/>
        </p:nvSpPr>
        <p:spPr>
          <a:xfrm rot="5400000">
            <a:off x="3728591" y="3163788"/>
            <a:ext cx="260487" cy="5715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6F74F-C66F-BB6F-443B-AA5EADF118EF}"/>
              </a:ext>
            </a:extLst>
          </p:cNvPr>
          <p:cNvSpPr/>
          <p:nvPr userDrawn="1"/>
        </p:nvSpPr>
        <p:spPr>
          <a:xfrm>
            <a:off x="740792" y="718119"/>
            <a:ext cx="260487" cy="543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1CA67-8E3B-F070-FB8A-CCBAAFD21468}"/>
              </a:ext>
            </a:extLst>
          </p:cNvPr>
          <p:cNvSpPr/>
          <p:nvPr userDrawn="1"/>
        </p:nvSpPr>
        <p:spPr>
          <a:xfrm>
            <a:off x="6716400" y="723900"/>
            <a:ext cx="260487" cy="5427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D670F-4FDB-5040-A6C8-D2773755F822}"/>
              </a:ext>
            </a:extLst>
          </p:cNvPr>
          <p:cNvSpPr/>
          <p:nvPr userDrawn="1"/>
        </p:nvSpPr>
        <p:spPr>
          <a:xfrm rot="5400000">
            <a:off x="3858835" y="-2143957"/>
            <a:ext cx="260487" cy="59756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161"/>
            <a:ext cx="369529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3695299" cy="3974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552" y="6323214"/>
            <a:ext cx="1229090" cy="365125"/>
          </a:xfrm>
        </p:spPr>
        <p:txBody>
          <a:bodyPr/>
          <a:lstStyle/>
          <a:p>
            <a:fld id="{AC74A619-298C-465F-9CB7-313B8ED5925E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090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8495" y="263407"/>
            <a:ext cx="6206175" cy="633410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D47A8-AEF0-E707-CCB3-523EEE68BA42}"/>
              </a:ext>
            </a:extLst>
          </p:cNvPr>
          <p:cNvSpPr/>
          <p:nvPr userDrawn="1"/>
        </p:nvSpPr>
        <p:spPr>
          <a:xfrm rot="5400000">
            <a:off x="8564513" y="3491003"/>
            <a:ext cx="260487" cy="6473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D05415-F123-9595-6EA4-29350501DF48}"/>
              </a:ext>
            </a:extLst>
          </p:cNvPr>
          <p:cNvSpPr/>
          <p:nvPr userDrawn="1"/>
        </p:nvSpPr>
        <p:spPr>
          <a:xfrm>
            <a:off x="5458008" y="-5781"/>
            <a:ext cx="260487" cy="6603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9E307-5B8C-96D5-F531-9756C0F4FCC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31F98B-9BB3-5C71-2B27-7959F603283A}"/>
              </a:ext>
            </a:extLst>
          </p:cNvPr>
          <p:cNvSpPr/>
          <p:nvPr userDrawn="1"/>
        </p:nvSpPr>
        <p:spPr>
          <a:xfrm rot="5400000">
            <a:off x="8825004" y="-3106508"/>
            <a:ext cx="260487" cy="64735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D95F21-4D28-7593-DC4F-6860DAB548E0}"/>
              </a:ext>
            </a:extLst>
          </p:cNvPr>
          <p:cNvSpPr/>
          <p:nvPr userDrawn="1"/>
        </p:nvSpPr>
        <p:spPr>
          <a:xfrm>
            <a:off x="4056269" y="716370"/>
            <a:ext cx="269076" cy="54249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9027C-D523-1CF0-5F5B-12CE89CEBCE0}"/>
              </a:ext>
            </a:extLst>
          </p:cNvPr>
          <p:cNvSpPr/>
          <p:nvPr userDrawn="1"/>
        </p:nvSpPr>
        <p:spPr>
          <a:xfrm rot="5400000">
            <a:off x="7634581" y="-2861942"/>
            <a:ext cx="260487" cy="7417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3B7B38-8370-1382-64EF-CF1EA3237EC1}"/>
              </a:ext>
            </a:extLst>
          </p:cNvPr>
          <p:cNvSpPr/>
          <p:nvPr userDrawn="1"/>
        </p:nvSpPr>
        <p:spPr>
          <a:xfrm rot="5400000">
            <a:off x="7761818" y="2429792"/>
            <a:ext cx="260487" cy="71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F270E-7D5E-6955-3985-6CE88726FBF6}"/>
              </a:ext>
            </a:extLst>
          </p:cNvPr>
          <p:cNvSpPr/>
          <p:nvPr userDrawn="1"/>
        </p:nvSpPr>
        <p:spPr>
          <a:xfrm>
            <a:off x="11204307" y="716370"/>
            <a:ext cx="269076" cy="51642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453194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5" y="976857"/>
            <a:ext cx="6878961" cy="490373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54F0-3A32-4578-86E3-895E0E8600A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3221"/>
            <a:ext cx="2778578" cy="182624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484" y="250193"/>
            <a:ext cx="11671024" cy="327754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36" y="4293221"/>
            <a:ext cx="7361464" cy="18262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ECA3-6A26-4B6B-8F24-5966C3612B9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7CE11-FAFE-1587-E6AB-1AEF26641EDD}"/>
              </a:ext>
            </a:extLst>
          </p:cNvPr>
          <p:cNvSpPr/>
          <p:nvPr userDrawn="1"/>
        </p:nvSpPr>
        <p:spPr>
          <a:xfrm>
            <a:off x="-2" y="-5781"/>
            <a:ext cx="260487" cy="379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EF558-607F-872A-9482-262B28A98B7D}"/>
              </a:ext>
            </a:extLst>
          </p:cNvPr>
          <p:cNvSpPr/>
          <p:nvPr userDrawn="1"/>
        </p:nvSpPr>
        <p:spPr>
          <a:xfrm>
            <a:off x="11931513" y="0"/>
            <a:ext cx="260487" cy="3788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82847-1DBB-9409-B44B-AC816B117439}"/>
              </a:ext>
            </a:extLst>
          </p:cNvPr>
          <p:cNvSpPr/>
          <p:nvPr userDrawn="1"/>
        </p:nvSpPr>
        <p:spPr>
          <a:xfrm rot="5400000">
            <a:off x="6095996" y="-5845806"/>
            <a:ext cx="260487" cy="119315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1B7D-C252-2526-9232-AB1DE2875F94}"/>
              </a:ext>
            </a:extLst>
          </p:cNvPr>
          <p:cNvSpPr/>
          <p:nvPr userDrawn="1"/>
        </p:nvSpPr>
        <p:spPr>
          <a:xfrm rot="5400000">
            <a:off x="5835510" y="-2307769"/>
            <a:ext cx="260487" cy="119315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6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009"/>
            <a:ext cx="478404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4784048" cy="3766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1141" y="6323214"/>
            <a:ext cx="2046806" cy="365125"/>
          </a:xfrm>
        </p:spPr>
        <p:txBody>
          <a:bodyPr/>
          <a:lstStyle/>
          <a:p>
            <a:fld id="{5FBF8CAE-8C47-4F11-981F-D1D90DB728C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0395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272" y="253469"/>
            <a:ext cx="5133239" cy="63440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69131-C494-F2D9-B308-662F0810157F}"/>
              </a:ext>
            </a:extLst>
          </p:cNvPr>
          <p:cNvSpPr/>
          <p:nvPr/>
        </p:nvSpPr>
        <p:spPr>
          <a:xfrm rot="5400000">
            <a:off x="9104405" y="4030894"/>
            <a:ext cx="260487" cy="5393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761B-3B2A-DE95-589E-65D9E53BB518}"/>
              </a:ext>
            </a:extLst>
          </p:cNvPr>
          <p:cNvSpPr/>
          <p:nvPr userDrawn="1"/>
        </p:nvSpPr>
        <p:spPr>
          <a:xfrm>
            <a:off x="6537787" y="-5781"/>
            <a:ext cx="260487" cy="6603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83555-FC5C-89A0-A950-E371C5C6EDED}"/>
              </a:ext>
            </a:extLst>
          </p:cNvPr>
          <p:cNvSpPr/>
          <p:nvPr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222D3-3B8B-1783-93C2-AAF4824D9124}"/>
              </a:ext>
            </a:extLst>
          </p:cNvPr>
          <p:cNvSpPr/>
          <p:nvPr userDrawn="1"/>
        </p:nvSpPr>
        <p:spPr>
          <a:xfrm rot="5400000">
            <a:off x="9364892" y="-2576914"/>
            <a:ext cx="260487" cy="5393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535"/>
            <a:ext cx="5597236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738"/>
            <a:ext cx="5597236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0445" y="963397"/>
            <a:ext cx="3662239" cy="4929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CDEE-1FEF-451C-80AB-E91AE40C01CD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8A574-FAC4-90F3-87D6-08F9DA08A6D4}"/>
              </a:ext>
            </a:extLst>
          </p:cNvPr>
          <p:cNvSpPr/>
          <p:nvPr/>
        </p:nvSpPr>
        <p:spPr>
          <a:xfrm rot="5400000">
            <a:off x="9131077" y="4061947"/>
            <a:ext cx="260487" cy="3922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2235-485B-88DA-ADD3-319B1E594282}"/>
              </a:ext>
            </a:extLst>
          </p:cNvPr>
          <p:cNvSpPr/>
          <p:nvPr/>
        </p:nvSpPr>
        <p:spPr>
          <a:xfrm rot="5400000">
            <a:off x="9391565" y="-1126669"/>
            <a:ext cx="260487" cy="3922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BF4F-6F29-BD36-AD78-F22B59841BE1}"/>
              </a:ext>
            </a:extLst>
          </p:cNvPr>
          <p:cNvSpPr/>
          <p:nvPr/>
        </p:nvSpPr>
        <p:spPr>
          <a:xfrm>
            <a:off x="7299960" y="704449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244D7-5748-74BA-BA39-DC795684A573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4AC1E6-1486-3C93-A27A-38EDABC73751}"/>
              </a:ext>
            </a:extLst>
          </p:cNvPr>
          <p:cNvSpPr/>
          <p:nvPr/>
        </p:nvSpPr>
        <p:spPr>
          <a:xfrm rot="5400000">
            <a:off x="8914127" y="3844997"/>
            <a:ext cx="260487" cy="435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E37B-861A-F506-25C3-81C2D6478E81}"/>
              </a:ext>
            </a:extLst>
          </p:cNvPr>
          <p:cNvSpPr/>
          <p:nvPr/>
        </p:nvSpPr>
        <p:spPr>
          <a:xfrm rot="5400000">
            <a:off x="9174615" y="-1343619"/>
            <a:ext cx="260487" cy="4356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CE27E-DC50-8C17-D0EA-395CA38B4F52}"/>
              </a:ext>
            </a:extLst>
          </p:cNvPr>
          <p:cNvSpPr/>
          <p:nvPr/>
        </p:nvSpPr>
        <p:spPr>
          <a:xfrm>
            <a:off x="6866060" y="705987"/>
            <a:ext cx="260487" cy="51886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89DF5-4C40-DFF8-5D36-25DFEB37FB0B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676641"/>
            <a:ext cx="5098074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4738"/>
            <a:ext cx="5098074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126547" y="963397"/>
            <a:ext cx="4096135" cy="492966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2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1259"/>
            <a:ext cx="10088106" cy="6380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5163105" cy="41295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B55DBE9-8524-D343-EF09-4547077CC9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7045" y="2030816"/>
            <a:ext cx="3720588" cy="33690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BC731-B645-4602-81CA-9D984C32EF24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C03E2-62DB-759F-0B28-37453FE74FEB}"/>
              </a:ext>
            </a:extLst>
          </p:cNvPr>
          <p:cNvSpPr/>
          <p:nvPr/>
        </p:nvSpPr>
        <p:spPr>
          <a:xfrm rot="5400000">
            <a:off x="8747097" y="3409280"/>
            <a:ext cx="260487" cy="4241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A5FE1-F143-E6AE-B4A7-46BA53F8CDD4}"/>
              </a:ext>
            </a:extLst>
          </p:cNvPr>
          <p:cNvSpPr/>
          <p:nvPr/>
        </p:nvSpPr>
        <p:spPr>
          <a:xfrm rot="5400000">
            <a:off x="8877341" y="-88428"/>
            <a:ext cx="260487" cy="3981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78A3C-BD64-E8EB-7CB0-4C42C102B600}"/>
              </a:ext>
            </a:extLst>
          </p:cNvPr>
          <p:cNvSpPr/>
          <p:nvPr/>
        </p:nvSpPr>
        <p:spPr>
          <a:xfrm>
            <a:off x="6756559" y="1770328"/>
            <a:ext cx="260487" cy="3629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EA4A7-1FEE-D352-B0E3-F76E5E88F5E9}"/>
              </a:ext>
            </a:extLst>
          </p:cNvPr>
          <p:cNvSpPr/>
          <p:nvPr/>
        </p:nvSpPr>
        <p:spPr>
          <a:xfrm>
            <a:off x="10737635" y="2032355"/>
            <a:ext cx="260487" cy="36264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150"/>
            <a:ext cx="6237172" cy="6256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713"/>
            <a:ext cx="6237173" cy="46762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4145" y="6323214"/>
            <a:ext cx="2046806" cy="365125"/>
          </a:xfrm>
        </p:spPr>
        <p:txBody>
          <a:bodyPr/>
          <a:lstStyle/>
          <a:p>
            <a:fld id="{1F3F1628-4921-4D31-B2B6-4027B19FB3C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399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4156" y="260485"/>
            <a:ext cx="3617353" cy="63444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68566C-3047-4386-4D48-CEFA10AC97B0}"/>
              </a:ext>
            </a:extLst>
          </p:cNvPr>
          <p:cNvSpPr/>
          <p:nvPr/>
        </p:nvSpPr>
        <p:spPr>
          <a:xfrm rot="5400000">
            <a:off x="9992592" y="4665981"/>
            <a:ext cx="260487" cy="4138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B97FA-524B-F98C-D6FD-DC34059D0FCB}"/>
              </a:ext>
            </a:extLst>
          </p:cNvPr>
          <p:cNvSpPr/>
          <p:nvPr/>
        </p:nvSpPr>
        <p:spPr>
          <a:xfrm rot="5400000">
            <a:off x="10122835" y="-1808675"/>
            <a:ext cx="260487" cy="3877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88139-DDE1-A091-7472-E09FA325C515}"/>
              </a:ext>
            </a:extLst>
          </p:cNvPr>
          <p:cNvSpPr/>
          <p:nvPr/>
        </p:nvSpPr>
        <p:spPr>
          <a:xfrm>
            <a:off x="8053674" y="1538"/>
            <a:ext cx="260487" cy="660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725C2-2FE9-64FF-4148-D87D2874ECB2}"/>
              </a:ext>
            </a:extLst>
          </p:cNvPr>
          <p:cNvSpPr/>
          <p:nvPr/>
        </p:nvSpPr>
        <p:spPr>
          <a:xfrm>
            <a:off x="11931513" y="260485"/>
            <a:ext cx="260487" cy="66049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6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3900"/>
            <a:ext cx="6655131" cy="951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25"/>
            <a:ext cx="6655132" cy="4307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0261" y="982614"/>
            <a:ext cx="2812996" cy="488808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0776-5C30-4110-A086-C7F74F3B6EA7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527E-ADCD-BD9B-176F-C43B44D272D1}"/>
              </a:ext>
            </a:extLst>
          </p:cNvPr>
          <p:cNvSpPr/>
          <p:nvPr/>
        </p:nvSpPr>
        <p:spPr>
          <a:xfrm rot="5400000">
            <a:off x="9546270" y="4464197"/>
            <a:ext cx="260487" cy="3073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F10C3-FE9F-7170-7D46-A9394A50A0E1}"/>
              </a:ext>
            </a:extLst>
          </p:cNvPr>
          <p:cNvSpPr/>
          <p:nvPr/>
        </p:nvSpPr>
        <p:spPr>
          <a:xfrm rot="5400000">
            <a:off x="9676514" y="-811485"/>
            <a:ext cx="260487" cy="333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5890E-E8EB-6CAB-95D1-28316B9A90AE}"/>
              </a:ext>
            </a:extLst>
          </p:cNvPr>
          <p:cNvSpPr/>
          <p:nvPr/>
        </p:nvSpPr>
        <p:spPr>
          <a:xfrm>
            <a:off x="8139774" y="723900"/>
            <a:ext cx="260487" cy="5149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C2A38-2B86-D7A0-DEE5-CB43F34795AF}"/>
              </a:ext>
            </a:extLst>
          </p:cNvPr>
          <p:cNvSpPr/>
          <p:nvPr/>
        </p:nvSpPr>
        <p:spPr>
          <a:xfrm>
            <a:off x="11213259" y="980503"/>
            <a:ext cx="260487" cy="51497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74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381"/>
            <a:ext cx="3185159" cy="148578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0155" y="3079008"/>
            <a:ext cx="2576708" cy="273585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410" y="960532"/>
            <a:ext cx="6016100" cy="49918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6" y="6318642"/>
            <a:ext cx="349281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FDF-22E9-4925-95D2-BD888C75F78B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69AA-2FD6-C7EE-8BB6-0CEEBC3A0EDC}"/>
              </a:ext>
            </a:extLst>
          </p:cNvPr>
          <p:cNvSpPr/>
          <p:nvPr/>
        </p:nvSpPr>
        <p:spPr>
          <a:xfrm rot="5400000">
            <a:off x="2358263" y="4396260"/>
            <a:ext cx="260487" cy="3097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2AE5C-99A7-27EF-A5C6-937A3424EFC3}"/>
              </a:ext>
            </a:extLst>
          </p:cNvPr>
          <p:cNvSpPr/>
          <p:nvPr/>
        </p:nvSpPr>
        <p:spPr>
          <a:xfrm rot="5400000">
            <a:off x="2358265" y="1399923"/>
            <a:ext cx="260487" cy="3097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1AA7-D141-A381-9F04-B814F6E55530}"/>
              </a:ext>
            </a:extLst>
          </p:cNvPr>
          <p:cNvSpPr/>
          <p:nvPr/>
        </p:nvSpPr>
        <p:spPr>
          <a:xfrm>
            <a:off x="939668" y="2818521"/>
            <a:ext cx="260487" cy="2997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F892B-6A7C-03C6-EEDC-F3E2F88F2C84}"/>
              </a:ext>
            </a:extLst>
          </p:cNvPr>
          <p:cNvSpPr/>
          <p:nvPr/>
        </p:nvSpPr>
        <p:spPr>
          <a:xfrm>
            <a:off x="3776864" y="3077469"/>
            <a:ext cx="260487" cy="2997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3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80"/>
            <a:ext cx="2770185" cy="15506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2843" y="2953990"/>
            <a:ext cx="2341291" cy="2831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509" y="960532"/>
            <a:ext cx="7208289" cy="51097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216B-8972-4688-9212-2ABC2F7560B9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A2B2F-18A9-67B9-FF84-3746FE467C7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9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10746524" y="0"/>
            <a:ext cx="1445475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91F807-237F-EA75-496E-B1A31D9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4165600"/>
            <a:ext cx="8445501" cy="1051764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1E0BA5-71CF-7D5B-6BDE-80AB2E0587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3900" y="723900"/>
            <a:ext cx="8445500" cy="334325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3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030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46B5C2-0C4D-4B8E-935D-F9A327F4C36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9556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649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F4B5F4-C4F4-1C90-14F7-7FA64ECF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538" y="4926881"/>
            <a:ext cx="7058302" cy="1291156"/>
          </a:xfrm>
        </p:spPr>
        <p:txBody>
          <a:bodyPr anchor="ctr"/>
          <a:lstStyle>
            <a:lvl1pPr>
              <a:lnSpc>
                <a:spcPct val="110000"/>
              </a:lnSpc>
              <a:defRPr sz="2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331F878-D03F-8601-F7FA-D750323EDF4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362" y="485158"/>
            <a:ext cx="9573658" cy="326833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29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4F56B8-BA32-4006-A911-38E7BFF749E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3CA02-A5B6-3A59-A7BA-DEFF004BC3AA}"/>
              </a:ext>
            </a:extLst>
          </p:cNvPr>
          <p:cNvSpPr/>
          <p:nvPr userDrawn="1"/>
        </p:nvSpPr>
        <p:spPr>
          <a:xfrm rot="5400000" flipH="1">
            <a:off x="7892526" y="170957"/>
            <a:ext cx="260487" cy="83384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E193-BDC1-CE58-5C53-563CF418F62A}"/>
              </a:ext>
            </a:extLst>
          </p:cNvPr>
          <p:cNvSpPr/>
          <p:nvPr userDrawn="1"/>
        </p:nvSpPr>
        <p:spPr>
          <a:xfrm rot="5400000" flipH="1">
            <a:off x="1796525" y="2413415"/>
            <a:ext cx="260487" cy="38535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BF3522-AD97-38BD-844E-59062EACFB90}"/>
              </a:ext>
            </a:extLst>
          </p:cNvPr>
          <p:cNvSpPr/>
          <p:nvPr userDrawn="1"/>
        </p:nvSpPr>
        <p:spPr>
          <a:xfrm rot="5400000" flipH="1">
            <a:off x="7892526" y="431337"/>
            <a:ext cx="260487" cy="833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9F45F-C8CC-71D8-297F-D146E1D83338}"/>
              </a:ext>
            </a:extLst>
          </p:cNvPr>
          <p:cNvSpPr/>
          <p:nvPr userDrawn="1"/>
        </p:nvSpPr>
        <p:spPr>
          <a:xfrm rot="5400000" flipH="1">
            <a:off x="1796525" y="2673795"/>
            <a:ext cx="260487" cy="38535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46706-9E7B-11BC-56CE-2CC4FEC7ED37}"/>
              </a:ext>
            </a:extLst>
          </p:cNvPr>
          <p:cNvSpPr/>
          <p:nvPr userDrawn="1"/>
        </p:nvSpPr>
        <p:spPr>
          <a:xfrm rot="10800000">
            <a:off x="0" y="-2"/>
            <a:ext cx="9895234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4947617" y="-359750"/>
            <a:ext cx="22967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61A611-5CC8-3906-91D8-D4F519D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997626"/>
            <a:ext cx="7754573" cy="125800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85F44A4-14A1-0502-389C-D77B668480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7" y="767506"/>
            <a:ext cx="8351474" cy="360111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935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54FDD6-DD1A-4926-89EE-BB55CA49BB32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8606" y="6323214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CBC7B-9D6E-0DF0-BCA2-E83C7032854F}"/>
              </a:ext>
            </a:extLst>
          </p:cNvPr>
          <p:cNvSpPr/>
          <p:nvPr userDrawn="1"/>
        </p:nvSpPr>
        <p:spPr>
          <a:xfrm rot="5400000">
            <a:off x="3805069" y="-1502293"/>
            <a:ext cx="4581862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8FCB217-917B-AEE1-EB09-831E4CAA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609600"/>
            <a:ext cx="7655514" cy="1193800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9E38351-8EBA-F1A3-E01C-CCB7CA51D2D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4" y="2718147"/>
            <a:ext cx="8440375" cy="378425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5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477B-D10C-D257-953B-BCF1974F2DCA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22747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5574F0-D3D4-46B6-97EC-574933A38AD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001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83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B9557B-975D-1D58-40D7-C866EC510D1B}"/>
              </a:ext>
            </a:extLst>
          </p:cNvPr>
          <p:cNvSpPr/>
          <p:nvPr userDrawn="1"/>
        </p:nvSpPr>
        <p:spPr>
          <a:xfrm rot="10800000">
            <a:off x="10170857" y="1"/>
            <a:ext cx="507705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573C0-10AE-5758-F78C-7CA2B0595F9D}"/>
              </a:ext>
            </a:extLst>
          </p:cNvPr>
          <p:cNvSpPr/>
          <p:nvPr userDrawn="1"/>
        </p:nvSpPr>
        <p:spPr>
          <a:xfrm rot="10800000">
            <a:off x="11186266" y="4"/>
            <a:ext cx="50770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2A9C9-5188-93C4-ACCB-133A21280118}"/>
              </a:ext>
            </a:extLst>
          </p:cNvPr>
          <p:cNvSpPr/>
          <p:nvPr userDrawn="1"/>
        </p:nvSpPr>
        <p:spPr>
          <a:xfrm rot="10800000">
            <a:off x="10678561" y="1"/>
            <a:ext cx="5077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99250-D45C-149C-8F14-2B26BA7615EF}"/>
              </a:ext>
            </a:extLst>
          </p:cNvPr>
          <p:cNvSpPr/>
          <p:nvPr userDrawn="1"/>
        </p:nvSpPr>
        <p:spPr>
          <a:xfrm rot="10800000">
            <a:off x="11693972" y="1"/>
            <a:ext cx="507705" cy="6857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7C4C2A5-13D3-B4AB-82CB-AE71F0863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4458" y="4914498"/>
            <a:ext cx="7139894" cy="478637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3207AE-06F3-A86B-92E6-3492144DA4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4458" y="1452342"/>
            <a:ext cx="7114032" cy="2991776"/>
          </a:xfr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258664" y="6323214"/>
            <a:ext cx="2046806" cy="365125"/>
          </a:xfrm>
        </p:spPr>
        <p:txBody>
          <a:bodyPr/>
          <a:lstStyle/>
          <a:p>
            <a:fld id="{27C8F265-6592-4B4A-A062-94B4FD815D3A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87918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39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612" y="477122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A23F9-31E0-A3E3-CBDE-807DE6B29882}"/>
              </a:ext>
            </a:extLst>
          </p:cNvPr>
          <p:cNvSpPr/>
          <p:nvPr userDrawn="1"/>
        </p:nvSpPr>
        <p:spPr>
          <a:xfrm>
            <a:off x="-1221" y="0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5DE14-E264-7828-8C7C-1C9AD18A73C0}"/>
              </a:ext>
            </a:extLst>
          </p:cNvPr>
          <p:cNvSpPr/>
          <p:nvPr userDrawn="1"/>
        </p:nvSpPr>
        <p:spPr>
          <a:xfrm rot="5400000">
            <a:off x="6099683" y="-5831827"/>
            <a:ext cx="260487" cy="119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F3B19-000B-57C4-51A1-89C30AA907CE}"/>
              </a:ext>
            </a:extLst>
          </p:cNvPr>
          <p:cNvSpPr/>
          <p:nvPr userDrawn="1"/>
        </p:nvSpPr>
        <p:spPr>
          <a:xfrm rot="5400000">
            <a:off x="5831218" y="778891"/>
            <a:ext cx="260487" cy="1192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8B558-E63A-49D6-A42D-5E33B9E156B6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A6A0329-2716-A917-9274-90EDBF6784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33851" y="1563658"/>
            <a:ext cx="7044154" cy="2991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49526B05-8761-4ADF-9386-9FB0338E2A02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2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158FD-BC0B-E878-EFB2-014D45D0B02D}"/>
              </a:ext>
            </a:extLst>
          </p:cNvPr>
          <p:cNvSpPr/>
          <p:nvPr userDrawn="1"/>
        </p:nvSpPr>
        <p:spPr>
          <a:xfrm rot="10800000">
            <a:off x="2296766" y="-4"/>
            <a:ext cx="9895233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A2CF-B9C9-851C-1DD9-1FFBC635436A}"/>
              </a:ext>
            </a:extLst>
          </p:cNvPr>
          <p:cNvSpPr/>
          <p:nvPr userDrawn="1"/>
        </p:nvSpPr>
        <p:spPr>
          <a:xfrm rot="5400000">
            <a:off x="6095998" y="788633"/>
            <a:ext cx="2296767" cy="989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3144F-E539-BF6F-07F8-BC345E003800}"/>
              </a:ext>
            </a:extLst>
          </p:cNvPr>
          <p:cNvSpPr/>
          <p:nvPr userDrawn="1"/>
        </p:nvSpPr>
        <p:spPr>
          <a:xfrm rot="10800000">
            <a:off x="0" y="0"/>
            <a:ext cx="2296766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5984" y="520050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DA9ACF2E-2FB8-32C9-0736-2E493CF6AB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9751" y="750014"/>
            <a:ext cx="7555371" cy="3215399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9752" y="6153912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F45E7-58A5-4F72-84AB-0B0E066B6E8A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6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F5EA2-3B98-4A83-E89E-DDD501830725}"/>
              </a:ext>
            </a:extLst>
          </p:cNvPr>
          <p:cNvSpPr/>
          <p:nvPr userDrawn="1"/>
        </p:nvSpPr>
        <p:spPr>
          <a:xfrm rot="10800000">
            <a:off x="11661313" y="-5"/>
            <a:ext cx="528747" cy="6858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324" y="1674795"/>
            <a:ext cx="6987941" cy="3536031"/>
          </a:xfrm>
        </p:spPr>
        <p:txBody>
          <a:bodyPr anchor="ctr">
            <a:normAutofit/>
          </a:bodyPr>
          <a:lstStyle>
            <a:lvl1pPr indent="0" algn="ctr">
              <a:lnSpc>
                <a:spcPct val="110000"/>
              </a:lnSpc>
              <a:buNone/>
              <a:defRPr sz="3900"/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3349-8FB3-AC9C-5244-AF87626D454F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C95B0-7D4D-04B9-D3E7-078E05ECA27C}"/>
              </a:ext>
            </a:extLst>
          </p:cNvPr>
          <p:cNvSpPr/>
          <p:nvPr userDrawn="1"/>
        </p:nvSpPr>
        <p:spPr>
          <a:xfrm rot="10800000">
            <a:off x="26" y="-2"/>
            <a:ext cx="528747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B4B60-8538-33DA-C3A7-969B52CEBAC2}"/>
              </a:ext>
            </a:extLst>
          </p:cNvPr>
          <p:cNvSpPr/>
          <p:nvPr userDrawn="1"/>
        </p:nvSpPr>
        <p:spPr>
          <a:xfrm rot="5400000">
            <a:off x="5564357" y="761043"/>
            <a:ext cx="528747" cy="116651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98BEC008-C885-4F17-B0DB-2C8F81A0E419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71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9934" y="2175029"/>
            <a:ext cx="6809174" cy="2543649"/>
          </a:xfrm>
        </p:spPr>
        <p:txBody>
          <a:bodyPr anchor="ctr">
            <a:normAutofit/>
          </a:bodyPr>
          <a:lstStyle>
            <a:lvl1pPr indent="0" algn="ctr">
              <a:lnSpc>
                <a:spcPct val="120000"/>
              </a:lnSpc>
              <a:buNone/>
              <a:defRPr sz="2400" cap="all" spc="300" baseline="0">
                <a:latin typeface="+mj-lt"/>
              </a:defRPr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07585-B9FB-0BD9-10EE-372192618FB7}"/>
              </a:ext>
            </a:extLst>
          </p:cNvPr>
          <p:cNvSpPr/>
          <p:nvPr userDrawn="1"/>
        </p:nvSpPr>
        <p:spPr>
          <a:xfrm rot="10800000">
            <a:off x="11021587" y="2603"/>
            <a:ext cx="1170392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81EB-D8B2-EB1D-ACD5-16EB00C1B34C}"/>
              </a:ext>
            </a:extLst>
          </p:cNvPr>
          <p:cNvSpPr/>
          <p:nvPr userDrawn="1"/>
        </p:nvSpPr>
        <p:spPr>
          <a:xfrm rot="5400000">
            <a:off x="6108215" y="-4966221"/>
            <a:ext cx="1143004" cy="11073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D12EA-66D4-26EB-9191-108C47523D0C}"/>
              </a:ext>
            </a:extLst>
          </p:cNvPr>
          <p:cNvSpPr/>
          <p:nvPr userDrawn="1"/>
        </p:nvSpPr>
        <p:spPr>
          <a:xfrm rot="10800000">
            <a:off x="22" y="0"/>
            <a:ext cx="1142980" cy="68579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6D786-8847-E79E-8EB4-3D732DAE6431}"/>
              </a:ext>
            </a:extLst>
          </p:cNvPr>
          <p:cNvSpPr/>
          <p:nvPr userDrawn="1"/>
        </p:nvSpPr>
        <p:spPr>
          <a:xfrm rot="5400000">
            <a:off x="4937364" y="773779"/>
            <a:ext cx="1143002" cy="11025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062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DBBD3B-EC09-4D9B-BC54-BEF83B104B2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5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020B15B-F9F0-2DDE-9FF8-1DDA1C97A4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086682"/>
            <a:ext cx="7980679" cy="344176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600" baseline="0"/>
            </a:lvl1pPr>
            <a:lvl5pPr>
              <a:defRPr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423F5-0CBF-E651-DC32-2EBB193C27BF}"/>
              </a:ext>
            </a:extLst>
          </p:cNvPr>
          <p:cNvCxnSpPr>
            <a:cxnSpLocks/>
          </p:cNvCxnSpPr>
          <p:nvPr userDrawn="1"/>
        </p:nvCxnSpPr>
        <p:spPr>
          <a:xfrm>
            <a:off x="10947646" y="0"/>
            <a:ext cx="0" cy="5614261"/>
          </a:xfrm>
          <a:prstGeom prst="line">
            <a:avLst/>
          </a:prstGeom>
          <a:ln w="260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965884-9FA0-381F-01B8-7049847A5432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2192000" cy="0"/>
          </a:xfrm>
          <a:prstGeom prst="line">
            <a:avLst/>
          </a:prstGeom>
          <a:ln w="260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440BC-92F8-73ED-F74C-1EB8064D8A96}"/>
              </a:ext>
            </a:extLst>
          </p:cNvPr>
          <p:cNvCxnSpPr>
            <a:cxnSpLocks/>
          </p:cNvCxnSpPr>
          <p:nvPr userDrawn="1"/>
        </p:nvCxnSpPr>
        <p:spPr>
          <a:xfrm>
            <a:off x="10815692" y="5486400"/>
            <a:ext cx="1376308" cy="0"/>
          </a:xfrm>
          <a:prstGeom prst="line">
            <a:avLst/>
          </a:prstGeom>
          <a:ln w="260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310FB-0921-C6A0-2453-CA3BA03947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47647" y="5614261"/>
            <a:ext cx="0" cy="1243739"/>
          </a:xfrm>
          <a:prstGeom prst="line">
            <a:avLst/>
          </a:prstGeom>
          <a:ln w="2603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3098" y="6323214"/>
            <a:ext cx="2604781" cy="365125"/>
          </a:xfrm>
        </p:spPr>
        <p:txBody>
          <a:bodyPr/>
          <a:lstStyle/>
          <a:p>
            <a:fld id="{094843DB-3E18-4C06-B725-875765415AA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1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9ADD-511C-A6B6-02A1-7F1223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515600" cy="880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4394-8A49-ED20-8D05-A207537CF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5F6-C123-F7C2-D509-8EE2E37A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691A-E03A-A5F3-84A6-842C0135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F581F-FFCF-B9B6-98B0-87AC80E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57D6-F968-4957-9599-A543B6279305}" type="datetime1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C68A-D4F0-E339-C4DD-3697E6A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5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7166-77D4-BBAD-C109-8386A12C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6652"/>
            <a:ext cx="10515600" cy="7958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D06C-D2B2-77E1-9F9A-2E0E372D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0747"/>
            <a:ext cx="5157787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C9F-2D19-6C8B-3D93-0105F10D3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84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CA4B-BB40-BF81-69F4-56B3B406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0747"/>
            <a:ext cx="5183188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9E289-71F8-E74D-7B43-9DED37F49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84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3523B-CFB7-54F5-3BA7-D621C1DB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708E-87A3-32AA-E292-53BA8A56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CF13-2E24-4DB8-959B-AA8296592E73}" type="datetime1">
              <a:rPr lang="en-US" smtClean="0"/>
              <a:t>4/27/2026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F713-4E41-B0D4-E47C-5468DFA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62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CE1F-B1DF-A066-187D-1F2DA3B7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85"/>
            <a:ext cx="10018496" cy="8809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B0B3C-9C42-8712-7519-ED0BBB2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30DE-4585-879B-DD75-1EDF964A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BCD1-2C03-4C18-9929-A685323306EF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394EF-5BC3-1B85-3ADC-4F53CED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1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1EBA1-AE45-92B9-5E90-E7B6FCB7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E82E0-9C81-4422-DFC4-FAD0B6D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607A-0E4A-4483-8030-85E6D001E3D3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EAD9-ADCE-2099-E987-0506FDC2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5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802B-B98B-80D7-12FC-ED4A83C2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7098"/>
            <a:ext cx="3644077" cy="139105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9BB6-83C8-6F55-A7AC-EAB239F0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0800"/>
            <a:ext cx="3644077" cy="32781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8C4-F113-9613-BADE-390B09E2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81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A645-4220-A1BF-A37B-244CCFB9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E239-6754-4887-8157-8F88D9E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44AC-57FB-4440-9CB9-82E4E50EB799}" type="datetime1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C5AF-DDAA-17C4-DC1A-150D291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1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F803-8A70-5EEF-134D-1DFBBFE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2975"/>
            <a:ext cx="3492817" cy="168967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88D1-4B58-C822-4D18-14B80748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272010"/>
            <a:ext cx="3492817" cy="259697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7431-84CF-F037-D326-1D6DE0E0F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86034" y="963397"/>
            <a:ext cx="5536650" cy="49296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7ADE-E93E-8D2D-C577-FA3B796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6C403-2FAF-AE7A-6F44-4A02BBFB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8601-2BD0-46B5-A5A2-FCF47718EE02}" type="datetime1">
              <a:rPr lang="en-US" smtClean="0"/>
              <a:t>4/27/2026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A3A0-AB1A-277E-DA7C-6CE79AB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92B0E-4E13-2085-2103-CF5D14E1FCBB}"/>
              </a:ext>
            </a:extLst>
          </p:cNvPr>
          <p:cNvSpPr/>
          <p:nvPr/>
        </p:nvSpPr>
        <p:spPr>
          <a:xfrm rot="5400000">
            <a:off x="8193873" y="3124743"/>
            <a:ext cx="260487" cy="5797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C4DE-4473-7993-2DE9-66AFD4347FFB}"/>
              </a:ext>
            </a:extLst>
          </p:cNvPr>
          <p:cNvSpPr/>
          <p:nvPr/>
        </p:nvSpPr>
        <p:spPr>
          <a:xfrm rot="5400000">
            <a:off x="8454360" y="-2063874"/>
            <a:ext cx="260487" cy="5797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7A61-91D4-4043-03F2-EABD6353041C}"/>
              </a:ext>
            </a:extLst>
          </p:cNvPr>
          <p:cNvSpPr/>
          <p:nvPr/>
        </p:nvSpPr>
        <p:spPr>
          <a:xfrm>
            <a:off x="5425549" y="704450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9F519-FA04-705A-69D4-861DA9B31FCA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649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6DDBDD-F012-7654-76B4-9BC46A943204}"/>
              </a:ext>
            </a:extLst>
          </p:cNvPr>
          <p:cNvSpPr/>
          <p:nvPr userDrawn="1"/>
        </p:nvSpPr>
        <p:spPr>
          <a:xfrm>
            <a:off x="0" y="1"/>
            <a:ext cx="12192000" cy="430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23" y="1508168"/>
            <a:ext cx="5253436" cy="1634572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23" y="4744721"/>
            <a:ext cx="5253436" cy="14733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9759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36B11-09C7-4F46-9FE7-226602B63AC5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50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4803822" y="-4803819"/>
            <a:ext cx="2584358" cy="12191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741033"/>
            <a:ext cx="5253436" cy="1102295"/>
          </a:xfrm>
        </p:spPr>
        <p:txBody>
          <a:bodyPr anchor="ctr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3351533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E2E5EA-A3E4-408A-8145-E2AA1AFB2561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1191357"/>
            <a:ext cx="5253436" cy="1102295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2709839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2E2D8D-BF14-411E-98EC-CE369ED518FD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9D61-067C-3B05-72E5-E88F5134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018496" cy="8809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7D6B-C725-8F01-FAEB-4FF554F74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018496" cy="423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0378-1500-CDDB-A856-E53519A42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7" y="6323214"/>
            <a:ext cx="260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FD1D-6A1F-9383-2AD8-0C83B6E66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43332" y="6323214"/>
            <a:ext cx="20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98FD6F7B-065A-4122-B7B1-5A4F8B070C6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5CDE-1060-90A3-57BA-B5DD5C087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2586" y="6323214"/>
            <a:ext cx="437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20" r:id="rId51"/>
    <p:sldLayoutId id="2147483821" r:id="rId52"/>
    <p:sldLayoutId id="2147483819" r:id="rId53"/>
    <p:sldLayoutId id="2147483822" r:id="rId54"/>
    <p:sldLayoutId id="2147483823" r:id="rId55"/>
    <p:sldLayoutId id="2147483824" r:id="rId56"/>
    <p:sldLayoutId id="2147483816" r:id="rId57"/>
    <p:sldLayoutId id="2147483817" r:id="rId58"/>
    <p:sldLayoutId id="2147483818" r:id="rId59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18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4" pos="456" userDrawn="1">
          <p15:clr>
            <a:srgbClr val="F26B43"/>
          </p15:clr>
        </p15:guide>
        <p15:guide id="5" orient="horz" pos="456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7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43E8-8C76-B8E3-70D7-6EFD652E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4ACA-35EB-A901-C2F0-556E80233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1928749"/>
            <a:ext cx="8488017" cy="1682124"/>
          </a:xfrm>
        </p:spPr>
        <p:txBody>
          <a:bodyPr>
            <a:normAutofit/>
          </a:bodyPr>
          <a:lstStyle/>
          <a:p>
            <a:pPr lvl="0">
              <a:lnSpc>
                <a:spcPct val="140004"/>
              </a:lnSpc>
              <a:spcBef>
                <a:spcPts val="0"/>
              </a:spcBef>
            </a:pPr>
            <a:r>
              <a:rPr lang="en-US" sz="24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Bebas Neue"/>
                <a:cs typeface="Times New Roman" panose="02020603050405020304" pitchFamily="18" charset="0"/>
                <a:sym typeface="Bebas Neue"/>
              </a:rPr>
              <a:t>NEUROFLEETX AI POWERED URBAN FLEET AND TRAFFIC INTELLIGENCE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2D5DF-ECE3-D57F-1196-682B43580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2166" y="3345722"/>
            <a:ext cx="5427667" cy="9877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-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7BD8A-4922-06E5-AB79-25D88F0F186B}"/>
              </a:ext>
            </a:extLst>
          </p:cNvPr>
          <p:cNvSpPr txBox="1"/>
          <p:nvPr/>
        </p:nvSpPr>
        <p:spPr>
          <a:xfrm>
            <a:off x="8189843" y="4391454"/>
            <a:ext cx="298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: Ms. Suchithra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: 2025-26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F106-2B16-8005-B48C-FC7EC9A3E7EA}"/>
              </a:ext>
            </a:extLst>
          </p:cNvPr>
          <p:cNvSpPr txBox="1"/>
          <p:nvPr/>
        </p:nvSpPr>
        <p:spPr>
          <a:xfrm>
            <a:off x="1264596" y="3998068"/>
            <a:ext cx="3122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Varshith Reddy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Navaroj Reddy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Revanth Reddy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0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53F7-9D6B-3B75-FD31-57CC685C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556"/>
            <a:ext cx="10018496" cy="88097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F544-FD59-A305-EB8F-5E1FC32E1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9847"/>
            <a:ext cx="5385619" cy="423350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NeuroFleetX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fleet management platform designed to enhance efficiency and coordination in urban transportation through artificial intelligence and real-time tracking.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using a Java Spring Boot microservices architecture, paired with a React-based frontend and MySQL databases. It incorporates AI-driven analytics to optimize traffic flow and operational performance.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delivering real-time insights and improved transparency,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NeuroFleetX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better decision-making, boosts overall efficiency, and supports both managers and drivers with reliable, data-driven tools for smoother fleet operations.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BAFC1A-2BB1-8BD9-B6C7-94C384420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600" y="1679847"/>
            <a:ext cx="5599717" cy="419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6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66E0-29AC-1534-B7E6-6BE33455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6770"/>
            <a:ext cx="10018496" cy="88097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IN URBAN MOBILITY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74C5F-F079-7E34-8CC8-27B4DB065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344"/>
            <a:ext cx="10018496" cy="4233503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Ineffective Traffic Flow &amp; Route Planning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access to live traffic data, fleets experience frequent delays, increased fuel costs, and poorly optimized routes.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Operational Visibility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lack a comprehensive, real-time view of vehicle positions, activity, and overall fleet performance.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Workforce &amp; Asset Coordination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manual processes makes it difficult to manage driver productivity, scheduling, and compliance efficiently.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Systems &amp; Unconnected Data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Disjointed tools for tracking, analytics, and reporting create data gaps, inconsistencies, and reduced operational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2704740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BB13-40FC-E083-9308-98F795F7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391235"/>
            <a:ext cx="11254099" cy="407637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A2B25B-002F-0374-8ADB-E2E55CDE8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41" r="4487"/>
          <a:stretch>
            <a:fillRect/>
          </a:stretch>
        </p:blipFill>
        <p:spPr>
          <a:xfrm>
            <a:off x="1366685" y="888718"/>
            <a:ext cx="9252154" cy="5434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630A6F-D92B-E5A5-6C8F-C5893B1B3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706" y="5486639"/>
            <a:ext cx="492004" cy="27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4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EBF2C-360F-CADC-BB9C-8F92BE21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A55F-BCFA-9BBA-58BC-BDE025B2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507042"/>
            <a:ext cx="10018496" cy="88097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4CC3-B61B-E9F1-7A25-707208325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8863"/>
            <a:ext cx="5085522" cy="4233503"/>
          </a:xfrm>
        </p:spPr>
        <p:txBody>
          <a:bodyPr/>
          <a:lstStyle/>
          <a:p>
            <a:r>
              <a:rPr lang="en-US" b="1" dirty="0"/>
              <a:t>Fleet Operations Control</a:t>
            </a:r>
            <a:br>
              <a:rPr lang="en-US" dirty="0"/>
            </a:br>
            <a:r>
              <a:rPr lang="en-US" dirty="0"/>
              <a:t>Unified management of vehicles, drivers, task assignments, and live fleet status from a single platform.</a:t>
            </a:r>
          </a:p>
          <a:p>
            <a:r>
              <a:rPr lang="en-US" b="1" dirty="0"/>
              <a:t>Smart Routing &amp; Navigation</a:t>
            </a:r>
            <a:br>
              <a:rPr lang="en-US" dirty="0"/>
            </a:br>
            <a:r>
              <a:rPr lang="en-US" dirty="0"/>
              <a:t>Intelligent, AI-based route planning that minimizes congestion, fuel consumption, and overall travel time.</a:t>
            </a:r>
          </a:p>
          <a:p>
            <a:r>
              <a:rPr lang="en-US" b="1" dirty="0"/>
              <a:t>Live Vehicle Monitoring</a:t>
            </a:r>
            <a:br>
              <a:rPr lang="en-US" dirty="0"/>
            </a:br>
            <a:r>
              <a:rPr lang="en-US" dirty="0"/>
              <a:t>Continuous tracking of vehicle positions and movement through GPS and real-time data streams.</a:t>
            </a:r>
          </a:p>
          <a:p>
            <a:r>
              <a:rPr lang="en-US" b="1" dirty="0"/>
              <a:t>Proactive Vehicle Maintenance</a:t>
            </a:r>
            <a:br>
              <a:rPr lang="en-US" dirty="0"/>
            </a:br>
            <a:r>
              <a:rPr lang="en-US" dirty="0"/>
              <a:t>Advanced analytics to identify potential issues early, prevent breakdowns, and streamline maintenance planning.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8D7E1-5C5F-666C-15DD-1AFCC89C2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81" y="1476217"/>
            <a:ext cx="5258996" cy="25341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CD969D-414E-D134-C213-19FABBD5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81" y="4091316"/>
            <a:ext cx="5258996" cy="251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3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8B0C-CD10-C65E-882A-CD161147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974"/>
            <a:ext cx="10018496" cy="88097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A6D923A-83A8-A4FF-99D9-46E2A8A64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3653" b="17753"/>
          <a:stretch>
            <a:fillRect/>
          </a:stretch>
        </p:blipFill>
        <p:spPr>
          <a:xfrm>
            <a:off x="740923" y="1863901"/>
            <a:ext cx="6350794" cy="2057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D5FE73-76CB-46C6-633D-26C927FF47D1}"/>
              </a:ext>
            </a:extLst>
          </p:cNvPr>
          <p:cNvSpPr txBox="1"/>
          <p:nvPr/>
        </p:nvSpPr>
        <p:spPr>
          <a:xfrm>
            <a:off x="838200" y="4571868"/>
            <a:ext cx="435996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JWT-based authentication with configurable token expiry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Role-driven access control with dedicated dashboards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session handling with login and logout support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authentication flow including signup, login, and profile access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scalable microservices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1A903-C6CE-6ABE-1BDE-AA3CA3193082}"/>
              </a:ext>
            </a:extLst>
          </p:cNvPr>
          <p:cNvSpPr txBox="1"/>
          <p:nvPr/>
        </p:nvSpPr>
        <p:spPr>
          <a:xfrm>
            <a:off x="5602038" y="4771922"/>
            <a:ext cx="189506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Manager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A5E28-8D0A-2321-283D-EF4EB16923B4}"/>
              </a:ext>
            </a:extLst>
          </p:cNvPr>
          <p:cNvSpPr txBox="1"/>
          <p:nvPr/>
        </p:nvSpPr>
        <p:spPr>
          <a:xfrm>
            <a:off x="7497107" y="4679588"/>
            <a:ext cx="391301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API 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/signup – Register new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/login – Authenticate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/logout – End user session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/profile – Retrieve user details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6ACCD3-81BA-DF2C-EEA6-0DCAF6D35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054" y="1285625"/>
            <a:ext cx="4293119" cy="321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4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9F9C3DF-33EC-5B13-395E-DD90A74E9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557126"/>
              </p:ext>
            </p:extLst>
          </p:nvPr>
        </p:nvGraphicFramePr>
        <p:xfrm>
          <a:off x="685800" y="1243013"/>
          <a:ext cx="10924776" cy="51863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62388">
                  <a:extLst>
                    <a:ext uri="{9D8B030D-6E8A-4147-A177-3AD203B41FA5}">
                      <a16:colId xmlns:a16="http://schemas.microsoft.com/office/drawing/2014/main" val="3539571175"/>
                    </a:ext>
                  </a:extLst>
                </a:gridCol>
                <a:gridCol w="5462388">
                  <a:extLst>
                    <a:ext uri="{9D8B030D-6E8A-4147-A177-3AD203B41FA5}">
                      <a16:colId xmlns:a16="http://schemas.microsoft.com/office/drawing/2014/main" val="1011023974"/>
                    </a:ext>
                  </a:extLst>
                </a:gridCol>
              </a:tblGrid>
              <a:tr h="44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032144246"/>
                  </a:ext>
                </a:extLst>
              </a:tr>
              <a:tr h="125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18, React Router DOM, Axios, Vite, Tailwind CSS, PostCSS, Chart.js, react-chartjs-2, Recharts, Leaflet, react-leaflet, leaflet-routing-machine, leaflet-control-geocoder, lucide-react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376940717"/>
                  </a:ext>
                </a:extLst>
              </a:tr>
              <a:tr h="957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17, Spring Boot 3.2, Spring Web, Spring Data JPA, Spring Security, Spring Validation, JWT (</a:t>
                      </a:r>
                      <a:r>
                        <a:rPr lang="en-IN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jjwt</a:t>
                      </a: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Lombok, Maven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1898344045"/>
                  </a:ext>
                </a:extLst>
              </a:tr>
              <a:tr h="663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(configured with MySQL connector and MySQL dialect)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2033964172"/>
                  </a:ext>
                </a:extLst>
              </a:tr>
              <a:tr h="83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Service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Flask, Flask-CORS, route optimization logic (distance-based calculations and multi-route generation)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282537072"/>
                  </a:ext>
                </a:extLst>
              </a:tr>
              <a:tr h="579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authentication, Spring Security, CORS configuration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3303581359"/>
                  </a:ext>
                </a:extLst>
              </a:tr>
              <a:tr h="44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 Tools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Maven Wrapper, </a:t>
                      </a:r>
                      <a:r>
                        <a:rPr lang="en-IN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npm</a:t>
                      </a:r>
                      <a:r>
                        <a:rPr lang="en-IN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Vite dev/build pipeline</a:t>
                      </a:r>
                    </a:p>
                  </a:txBody>
                  <a:tcPr marL="45720" marR="45720" marT="30480" marB="30480" anchor="ctr"/>
                </a:tc>
                <a:extLst>
                  <a:ext uri="{0D108BD9-81ED-4DB2-BD59-A6C34878D82A}">
                    <a16:rowId xmlns:a16="http://schemas.microsoft.com/office/drawing/2014/main" val="963162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3F3179-4A95-4E39-AD52-400C13EFD187}"/>
              </a:ext>
            </a:extLst>
          </p:cNvPr>
          <p:cNvSpPr txBox="1"/>
          <p:nvPr/>
        </p:nvSpPr>
        <p:spPr>
          <a:xfrm>
            <a:off x="685800" y="442912"/>
            <a:ext cx="6057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53936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B9118D-F814-C6E1-8CA9-6ADB3AEDDF80}"/>
              </a:ext>
            </a:extLst>
          </p:cNvPr>
          <p:cNvSpPr txBox="1"/>
          <p:nvPr/>
        </p:nvSpPr>
        <p:spPr>
          <a:xfrm>
            <a:off x="763920" y="1244901"/>
            <a:ext cx="106641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Identity &amp; Role-Based Access Control: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ensures secure login and role-based access for Administrator, Fleet Manager, Driver, and Customer users. It uses JWT authentication and encrypted passwords to protect user data and restrict access based on roles.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Fleet Registry &amp; Live Telemetry: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vehicle data and enables real-time tracking of fleet activity. It provides visibility into vehicle status, movement, and health through GPS tracking and telemetry monitoring.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Intelligent Routing &amp; Optimization: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calculates optimal routes using shortest-path and traffic-aware algorithms. It supports multiple route options, travel time estimation, and cost-efficient trip planning.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Predictive Maintenance &amp; Health Monitoring: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monitors vehicle health in real time and generates alerts for potential issues. It helps reduce breakdowns through proactive maintenance planning and performance analysis.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Booking Management &amp; Ride Lifecycle: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the complete booking process from request to trip completion. It provides real-time ride tracking, availability checks, and transparent cost estimation.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Admin Dashboard &amp; Operational Insights: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administrators with analytics, KPIs, and system-wide insights. It enables monitoring of fleet performance, user activity, revenue trends, and report generation.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C7247-89CD-6AD6-9B41-E1050E720D5C}"/>
              </a:ext>
            </a:extLst>
          </p:cNvPr>
          <p:cNvSpPr txBox="1"/>
          <p:nvPr/>
        </p:nvSpPr>
        <p:spPr>
          <a:xfrm>
            <a:off x="763920" y="520511"/>
            <a:ext cx="752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SUB MODULES</a:t>
            </a:r>
          </a:p>
        </p:txBody>
      </p:sp>
    </p:spTree>
    <p:extLst>
      <p:ext uri="{BB962C8B-B14F-4D97-AF65-F5344CB8AC3E}">
        <p14:creationId xmlns:p14="http://schemas.microsoft.com/office/powerpoint/2010/main" val="339363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A47BC9-3BC3-DD8D-BDAE-FC1A0E043AB5}"/>
              </a:ext>
            </a:extLst>
          </p:cNvPr>
          <p:cNvSpPr txBox="1"/>
          <p:nvPr/>
        </p:nvSpPr>
        <p:spPr>
          <a:xfrm>
            <a:off x="817927" y="1558559"/>
            <a:ext cx="44252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Planning &amp; Vehicle Selection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routes, choose vehicles, and schedule time slots with intelligent recommendations.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 &amp; Trip Overview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confirmation is provided along with detailed information about the trip, vehicle, and pricing.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 Control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dashboard allows users to manage bookings, view routes, and track trip progress.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Route Monitoring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maps present optimized routes and live movement tracking for better visibility.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22B054-B7DE-5830-83C9-F935890B0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131" y="456308"/>
            <a:ext cx="6371617" cy="26800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EDDF80-0609-D291-957C-F52295F44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131" y="3429000"/>
            <a:ext cx="6317139" cy="30796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9366417-3E2F-14CF-40D0-C3E7C5D67487}"/>
              </a:ext>
            </a:extLst>
          </p:cNvPr>
          <p:cNvSpPr txBox="1"/>
          <p:nvPr/>
        </p:nvSpPr>
        <p:spPr>
          <a:xfrm>
            <a:off x="817927" y="270681"/>
            <a:ext cx="4532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TO END USER WORKFLOW</a:t>
            </a:r>
          </a:p>
        </p:txBody>
      </p:sp>
    </p:spTree>
    <p:extLst>
      <p:ext uri="{BB962C8B-B14F-4D97-AF65-F5344CB8AC3E}">
        <p14:creationId xmlns:p14="http://schemas.microsoft.com/office/powerpoint/2010/main" val="379603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D21825-6A3C-3CC8-EEA2-624F3AD2887E}"/>
              </a:ext>
            </a:extLst>
          </p:cNvPr>
          <p:cNvSpPr txBox="1"/>
          <p:nvPr/>
        </p:nvSpPr>
        <p:spPr>
          <a:xfrm>
            <a:off x="6096000" y="1565197"/>
            <a:ext cx="58106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Configuration Controls: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AI settings that allow routing behavior to adapt in real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Tunable model parameters for balancing traffic, distance, cost, and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route adjustments based on congestion, incidents, and live conditions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API connectivity for continuous data synchronization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controls to align routing performance with operational objectives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1005CE-13F5-AAE8-A3AB-678F3101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32" y="1170144"/>
            <a:ext cx="5204299" cy="25078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1B0198-A471-1AD1-6618-0281CB936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1" y="3851584"/>
            <a:ext cx="5204299" cy="26541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6CA75F-4442-03C2-6084-7EDE9D25EFDF}"/>
              </a:ext>
            </a:extLst>
          </p:cNvPr>
          <p:cNvSpPr txBox="1"/>
          <p:nvPr/>
        </p:nvSpPr>
        <p:spPr>
          <a:xfrm>
            <a:off x="593387" y="350196"/>
            <a:ext cx="8677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ROUTING CONFIGURATION </a:t>
            </a:r>
          </a:p>
        </p:txBody>
      </p:sp>
    </p:spTree>
    <p:extLst>
      <p:ext uri="{BB962C8B-B14F-4D97-AF65-F5344CB8AC3E}">
        <p14:creationId xmlns:p14="http://schemas.microsoft.com/office/powerpoint/2010/main" val="323434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2D6053-5CC1-F8C9-617D-5B7CEAB533AB}"/>
              </a:ext>
            </a:extLst>
          </p:cNvPr>
          <p:cNvSpPr txBox="1"/>
          <p:nvPr/>
        </p:nvSpPr>
        <p:spPr>
          <a:xfrm>
            <a:off x="6096000" y="1193713"/>
            <a:ext cx="59022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Decision-Making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and performance insights enable fleet managers to make quicker, data-informed operational decisions.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Fleet Visibility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tracking and centralized dashboards offer full transparency into vehicle locations, routes, and overall fleet activity.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Operational Expenses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route optimization reduces fuel usage, travel time, and unnecessary vehicle deployment, cutting overall costs.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697F2-AE87-DD6F-914F-A429256A5019}"/>
              </a:ext>
            </a:extLst>
          </p:cNvPr>
          <p:cNvSpPr txBox="1"/>
          <p:nvPr/>
        </p:nvSpPr>
        <p:spPr>
          <a:xfrm>
            <a:off x="1132277" y="5534876"/>
            <a:ext cx="10478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NeuroFleetX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fleet operations through intelligent routing, real-time insights, and data-driven efficiency.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81F2D-032D-01FE-8182-72FD53B735BA}"/>
              </a:ext>
            </a:extLst>
          </p:cNvPr>
          <p:cNvSpPr txBox="1"/>
          <p:nvPr/>
        </p:nvSpPr>
        <p:spPr>
          <a:xfrm>
            <a:off x="544748" y="389106"/>
            <a:ext cx="7733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IMPACT AND OUTCOME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19DFE2-10B8-FD19-BDC5-401820B6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54" y="1418348"/>
            <a:ext cx="5281571" cy="352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61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639B-12A2-1087-913E-0B96E7ACD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910" y="2070179"/>
            <a:ext cx="6780179" cy="2717641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YOUR TIME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599C4-C60E-6A23-22FE-A4BC80C73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8842" y="4581347"/>
            <a:ext cx="5836231" cy="812926"/>
          </a:xfrm>
        </p:spPr>
        <p:txBody>
          <a:bodyPr/>
          <a:lstStyle/>
          <a:p>
            <a:r>
              <a:rPr lang="en-US" i="1" dirty="0"/>
              <a:t>Any Questions or Feedback?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265324"/>
      </p:ext>
    </p:extLst>
  </p:cSld>
  <p:clrMapOvr>
    <a:masterClrMapping/>
  </p:clrMapOvr>
</p:sld>
</file>

<file path=ppt/theme/theme1.xml><?xml version="1.0" encoding="utf-8"?>
<a:theme xmlns:a="http://schemas.openxmlformats.org/drawingml/2006/main" name="Hue stack">
  <a:themeElements>
    <a:clrScheme name="Custom 23">
      <a:dk1>
        <a:sysClr val="windowText" lastClr="000000"/>
      </a:dk1>
      <a:lt1>
        <a:sysClr val="window" lastClr="FFFFFF"/>
      </a:lt1>
      <a:dk2>
        <a:srgbClr val="2E2E36"/>
      </a:dk2>
      <a:lt2>
        <a:srgbClr val="FAF8F2"/>
      </a:lt2>
      <a:accent1>
        <a:srgbClr val="4965AF"/>
      </a:accent1>
      <a:accent2>
        <a:srgbClr val="94ABEB"/>
      </a:accent2>
      <a:accent3>
        <a:srgbClr val="EA8AC8"/>
      </a:accent3>
      <a:accent4>
        <a:srgbClr val="979931"/>
      </a:accent4>
      <a:accent5>
        <a:srgbClr val="F07D5D"/>
      </a:accent5>
      <a:accent6>
        <a:srgbClr val="79B99B"/>
      </a:accent6>
      <a:hlink>
        <a:srgbClr val="EC572E"/>
      </a:hlink>
      <a:folHlink>
        <a:srgbClr val="4965AF"/>
      </a:folHlink>
    </a:clrScheme>
    <a:fontScheme name="Custom 16">
      <a:majorFont>
        <a:latin typeface="Raleway Medium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e Stack_win32_Liz_v4" id="{D03453F7-B47D-428F-AD0F-CD622EA18957}" vid="{C3B6DE55-E65F-4333-B538-4BA74A35E7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1BA37F7-BDC6-445E-8ADF-AA68F31333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C53010-D2A7-4975-A27A-1949D6B50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4235F6-A544-4368-BBB8-9A49ED96B4E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1054</TotalTime>
  <Words>998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Raleway</vt:lpstr>
      <vt:lpstr>Raleway Medium</vt:lpstr>
      <vt:lpstr>Times New Roman</vt:lpstr>
      <vt:lpstr>Hue stack</vt:lpstr>
      <vt:lpstr>NEUROFLEETX AI POWERED URBAN FLEET AND TRAFFIC INTELLIGENCE </vt:lpstr>
      <vt:lpstr>PROJECT OVERVIEW</vt:lpstr>
      <vt:lpstr>KEY CHALLENGES IN URBAN MOBILITY</vt:lpstr>
      <vt:lpstr>SYSTEM ARCHITECTURE AND FRAMEWORK</vt:lpstr>
      <vt:lpstr>CORE SYSTEM MODULES</vt:lpstr>
      <vt:lpstr>USER AUTHENTICATION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K.Varshith Reddy</cp:lastModifiedBy>
  <cp:revision>6</cp:revision>
  <dcterms:created xsi:type="dcterms:W3CDTF">2026-04-09T12:39:47Z</dcterms:created>
  <dcterms:modified xsi:type="dcterms:W3CDTF">2026-04-27T12:47:14Z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